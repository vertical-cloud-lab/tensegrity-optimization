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5"/>
  </p:notesMasterIdLst>
  <p:sldIdLst>
    <p:sldId id="7111" r:id="rId22"/>
    <p:sldId id="7112" r:id="rId21"/>
    <p:sldId id="7113" r:id="rId20"/>
    <p:sldId id="7114" r:id="rId19"/>
    <p:sldId id="7115" r:id="rId18"/>
    <p:sldId id="7116" r:id="rId17"/>
    <p:sldId id="7117" r:id="rId16"/>
    <p:sldId id="7118" r:id="rId15"/>
    <p:sldId id="7018" r:id="rId23"/>
    <p:sldId id="7102" r:id="rId24"/>
    <p:sldId id="7103" r:id="rId25"/>
    <p:sldId id="7104" r:id="rId26"/>
    <p:sldId id="7105" r:id="rId27"/>
    <p:sldId id="7106" r:id="rId28"/>
    <p:sldId id="7107" r:id="rId29"/>
    <p:sldId id="7108" r:id="rId30"/>
    <p:sldId id="7109" r:id="rId31"/>
    <p:sldId id="7110" r:id="rId32"/>
    <p:sldId id="6494" r:id="rId35"/>
    <p:sldId id="7119" r:id="rId14"/>
    <p:sldId id="7120" r:id="rId33"/>
    <p:sldId id="7121" r:id="rId34"/>
    <p:sldId id="7122" r:id="rId13"/>
    <p:sldId id="7123" r:id="rId36"/>
    <p:sldId id="7124" r:id="rId37"/>
    <p:sldId id="7125" r:id="rId38"/>
    <p:sldId id="7126" r:id="rId39"/>
    <p:sldId id="7127" r:id="rId40"/>
    <p:sldId id="7128" r:id="rId41"/>
    <p:sldId id="7129" r:id="rId42"/>
    <p:sldId id="7130" r:id="rId43"/>
    <p:sldId id="7131" r:id="rId44"/>
    <p:sldId id="7132" r:id="rId45"/>
    <p:sldId id="7133" r:id="rId46"/>
    <p:sldId id="7134" r:id="rId47"/>
    <p:sldId id="7135" r:id="rId48"/>
    <p:sldId id="7136" r:id="rId49"/>
    <p:sldId id="7137"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7082"/>
            <p14:sldId id="7092"/>
            <p14:sldId id="7069"/>
            <p14:sldId id="7114"/>
            <p14:sldId id="7083"/>
            <p14:sldId id="7093"/>
            <p14:sldId id="7087"/>
            <p14:sldId id="7085"/>
            <p14:sldId id="7094"/>
            <p14:sldId id="7098"/>
            <p14:sldId id="7100"/>
            <p14:sldId id="7099"/>
            <p14:sldId id="7096"/>
            <p14:sldId id="7097"/>
            <p14:sldId id="7090"/>
            <p14:sldId id="7101"/>
            <p14:sldId id="7124"/>
            <p14:sldId id="7120"/>
            <p14:sldId id="7018"/>
            <p14:sldId id="7102"/>
            <p14:sldId id="7103"/>
            <p14:sldId id="7104"/>
            <p14:sldId id="7105"/>
            <p14:sldId id="7106"/>
            <p14:sldId id="7107"/>
            <p14:sldId id="7108"/>
            <p14:sldId id="7109"/>
            <p14:sldId id="7110"/>
            <p14:sldId id="7115"/>
            <p14:sldId id="7112"/>
            <p14:sldId id="6494"/>
            <p14:sldId id="6495"/>
            <p14:sldId id="6496"/>
            <p14:sldId id="6497"/>
            <p14:sldId id="6498"/>
            <p14:sldId id="6499"/>
            <p14:sldId id="7127"/>
            <p14:sldId id="7117"/>
            <p14:sldId id="7125"/>
            <p14:sldId id="7126"/>
            <p14:sldId id="7128"/>
            <p14:sldId id="7119"/>
            <p14:sldId id="6606"/>
            <p14:sldId id="6920"/>
            <p14:sldId id="278"/>
            <p14:sldId id="6657"/>
            <p14:sldId id="6954"/>
            <p14:sldId id="284"/>
            <p14:sldId id="285"/>
            <p14:sldId id="265"/>
            <p14:sldId id="289"/>
            <p14:sldId id="6566"/>
            <p14:sldId id="6649"/>
            <p14:sldId id="6625"/>
            <p14:sldId id="6673"/>
            <p14:sldId id="1277"/>
            <p14:sldId id="6663"/>
            <p14:sldId id="6661"/>
            <p14:sldId id="7118"/>
            <p14:sldId id="7116"/>
          </p14:sldIdLst>
        </p14:section>
        <p14:section name="slide-graveyard" id="{53A05964-4188-4DB8-9C2C-9C67C05B4B8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CF7673-AD7E-41E7-868F-03401BEBA1C2}" v="69" dt="2026-06-24T14:08:00.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23.xml"/><Relationship Id="rId14" Type="http://schemas.openxmlformats.org/officeDocument/2006/relationships/slide" Target="slides/slide20.xml"/><Relationship Id="rId15" Type="http://schemas.openxmlformats.org/officeDocument/2006/relationships/slide" Target="slides/slide19.xml"/><Relationship Id="rId16" Type="http://schemas.openxmlformats.org/officeDocument/2006/relationships/slide" Target="slides/slide18.xml"/><Relationship Id="rId17" Type="http://schemas.openxmlformats.org/officeDocument/2006/relationships/slide" Target="slides/slide17.xml"/><Relationship Id="rId18" Type="http://schemas.openxmlformats.org/officeDocument/2006/relationships/slide" Target="slides/slide16.xml"/><Relationship Id="rId19" Type="http://schemas.openxmlformats.org/officeDocument/2006/relationships/slide" Target="slides/slide15.xml"/><Relationship Id="rId20" Type="http://schemas.openxmlformats.org/officeDocument/2006/relationships/slide" Target="slides/slide14.xml"/><Relationship Id="rId21" Type="http://schemas.openxmlformats.org/officeDocument/2006/relationships/slide" Target="slides/slide13.xml"/><Relationship Id="rId22" Type="http://schemas.openxmlformats.org/officeDocument/2006/relationships/slide" Target="slides/slide12.xml"/><Relationship Id="rId23" Type="http://schemas.openxmlformats.org/officeDocument/2006/relationships/slide" Target="slides/slide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11.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 Id="rId70" Type="http://schemas.microsoft.com/office/2016/11/relationships/changesInfo" Target="changesInfos/changesInfo1.xml"/><Relationship Id="rId71" Type="http://schemas.microsoft.com/office/2015/10/relationships/revisionInfo" Target="revisionInfo.xml"/><Relationship Id="rId7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rling Baird" userId="1357d663-a106-4039-a40d-6f81e26aaf4b" providerId="ADAL" clId="{735F2C14-54F5-481E-BAD5-87514A27FEF5}"/>
    <pc:docChg chg="undo redo custSel addSld delSld modSld modMainMaster modSection">
      <pc:chgData name="Sterling Baird" userId="1357d663-a106-4039-a40d-6f81e26aaf4b" providerId="ADAL" clId="{735F2C14-54F5-481E-BAD5-87514A27FEF5}" dt="2026-06-24T14:24:42.760" v="1059" actId="20577"/>
      <pc:docMkLst>
        <pc:docMk/>
      </pc:docMkLst>
      <pc:sldChg chg="add">
        <pc:chgData name="Sterling Baird" userId="1357d663-a106-4039-a40d-6f81e26aaf4b" providerId="ADAL" clId="{735F2C14-54F5-481E-BAD5-87514A27FEF5}" dt="2026-06-24T13:49:41.960" v="570"/>
        <pc:sldMkLst>
          <pc:docMk/>
          <pc:sldMk cId="2185103683" sldId="265"/>
        </pc:sldMkLst>
      </pc:sldChg>
      <pc:sldChg chg="add">
        <pc:chgData name="Sterling Baird" userId="1357d663-a106-4039-a40d-6f81e26aaf4b" providerId="ADAL" clId="{735F2C14-54F5-481E-BAD5-87514A27FEF5}" dt="2026-06-24T13:48:40.888" v="551"/>
        <pc:sldMkLst>
          <pc:docMk/>
          <pc:sldMk cId="13172347" sldId="278"/>
        </pc:sldMkLst>
      </pc:sldChg>
      <pc:sldChg chg="delSp modSp add mod">
        <pc:chgData name="Sterling Baird" userId="1357d663-a106-4039-a40d-6f81e26aaf4b" providerId="ADAL" clId="{735F2C14-54F5-481E-BAD5-87514A27FEF5}" dt="2026-06-24T13:50:17.465" v="686" actId="478"/>
        <pc:sldMkLst>
          <pc:docMk/>
          <pc:sldMk cId="2288685349" sldId="284"/>
        </pc:sldMkLst>
        <pc:spChg chg="mod">
          <ac:chgData name="Sterling Baird" userId="1357d663-a106-4039-a40d-6f81e26aaf4b" providerId="ADAL" clId="{735F2C14-54F5-481E-BAD5-87514A27FEF5}" dt="2026-06-24T13:50:04.708" v="685" actId="20577"/>
          <ac:spMkLst>
            <pc:docMk/>
            <pc:sldMk cId="2288685349" sldId="284"/>
            <ac:spMk id="3" creationId="{B096E74F-3E3D-850E-0007-F9F8751E2734}"/>
          </ac:spMkLst>
        </pc:spChg>
        <pc:picChg chg="del">
          <ac:chgData name="Sterling Baird" userId="1357d663-a106-4039-a40d-6f81e26aaf4b" providerId="ADAL" clId="{735F2C14-54F5-481E-BAD5-87514A27FEF5}" dt="2026-06-24T13:50:17.465" v="686" actId="478"/>
          <ac:picMkLst>
            <pc:docMk/>
            <pc:sldMk cId="2288685349" sldId="284"/>
            <ac:picMk id="2" creationId="{DA5D6534-F243-73EB-7223-6DCE1E5E2D9E}"/>
          </ac:picMkLst>
        </pc:picChg>
      </pc:sldChg>
      <pc:sldChg chg="add">
        <pc:chgData name="Sterling Baird" userId="1357d663-a106-4039-a40d-6f81e26aaf4b" providerId="ADAL" clId="{735F2C14-54F5-481E-BAD5-87514A27FEF5}" dt="2026-06-24T13:49:41.960" v="570"/>
        <pc:sldMkLst>
          <pc:docMk/>
          <pc:sldMk cId="2923541762" sldId="285"/>
        </pc:sldMkLst>
      </pc:sldChg>
      <pc:sldChg chg="add">
        <pc:chgData name="Sterling Baird" userId="1357d663-a106-4039-a40d-6f81e26aaf4b" providerId="ADAL" clId="{735F2C14-54F5-481E-BAD5-87514A27FEF5}" dt="2026-06-24T13:49:41.960" v="570"/>
        <pc:sldMkLst>
          <pc:docMk/>
          <pc:sldMk cId="3872219471" sldId="289"/>
        </pc:sldMkLst>
      </pc:sldChg>
      <pc:sldChg chg="add">
        <pc:chgData name="Sterling Baird" userId="1357d663-a106-4039-a40d-6f81e26aaf4b" providerId="ADAL" clId="{735F2C14-54F5-481E-BAD5-87514A27FEF5}" dt="2026-06-24T13:51:53.031" v="691"/>
        <pc:sldMkLst>
          <pc:docMk/>
          <pc:sldMk cId="4193290091" sldId="1277"/>
        </pc:sldMkLst>
      </pc:sldChg>
      <pc:sldChg chg="addSp delSp modSp add mod modClrScheme chgLayout">
        <pc:chgData name="Sterling Baird" userId="1357d663-a106-4039-a40d-6f81e26aaf4b" providerId="ADAL" clId="{735F2C14-54F5-481E-BAD5-87514A27FEF5}" dt="2026-06-24T13:41:21.408" v="412" actId="1076"/>
        <pc:sldMkLst>
          <pc:docMk/>
          <pc:sldMk cId="693489825" sldId="6494"/>
        </pc:sldMkLst>
        <pc:spChg chg="add mod ord">
          <ac:chgData name="Sterling Baird" userId="1357d663-a106-4039-a40d-6f81e26aaf4b" providerId="ADAL" clId="{735F2C14-54F5-481E-BAD5-87514A27FEF5}" dt="2026-06-24T13:40:19.880" v="362" actId="20577"/>
          <ac:spMkLst>
            <pc:docMk/>
            <pc:sldMk cId="693489825" sldId="6494"/>
            <ac:spMk id="2" creationId="{B3AA9348-E86F-F425-C0AC-E3709CC7A3B4}"/>
          </ac:spMkLst>
        </pc:spChg>
        <pc:spChg chg="del">
          <ac:chgData name="Sterling Baird" userId="1357d663-a106-4039-a40d-6f81e26aaf4b" providerId="ADAL" clId="{735F2C14-54F5-481E-BAD5-87514A27FEF5}" dt="2026-06-24T13:41:09.016" v="409" actId="478"/>
          <ac:spMkLst>
            <pc:docMk/>
            <pc:sldMk cId="693489825" sldId="6494"/>
            <ac:spMk id="4" creationId="{CEB1B023-216A-5794-F9CA-23FD413CFA67}"/>
          </ac:spMkLst>
        </pc:spChg>
        <pc:spChg chg="del mod">
          <ac:chgData name="Sterling Baird" userId="1357d663-a106-4039-a40d-6f81e26aaf4b" providerId="ADAL" clId="{735F2C14-54F5-481E-BAD5-87514A27FEF5}" dt="2026-06-24T13:40:21.207" v="364"/>
          <ac:spMkLst>
            <pc:docMk/>
            <pc:sldMk cId="693489825" sldId="6494"/>
            <ac:spMk id="11" creationId="{88B017DE-9988-5EBC-B30A-6CD6EB7B1E22}"/>
          </ac:spMkLst>
        </pc:spChg>
        <pc:picChg chg="mod">
          <ac:chgData name="Sterling Baird" userId="1357d663-a106-4039-a40d-6f81e26aaf4b" providerId="ADAL" clId="{735F2C14-54F5-481E-BAD5-87514A27FEF5}" dt="2026-06-24T13:41:21.408" v="412" actId="1076"/>
          <ac:picMkLst>
            <pc:docMk/>
            <pc:sldMk cId="693489825" sldId="6494"/>
            <ac:picMk id="1026" creationId="{D55F1DF4-EBAA-35AE-9E2B-49629CC42AF0}"/>
          </ac:picMkLst>
        </pc:picChg>
      </pc:sldChg>
      <pc:sldChg chg="addSp delSp modSp add mod modClrScheme chgLayout">
        <pc:chgData name="Sterling Baird" userId="1357d663-a106-4039-a40d-6f81e26aaf4b" providerId="ADAL" clId="{735F2C14-54F5-481E-BAD5-87514A27FEF5}" dt="2026-06-24T13:40:28.376" v="370"/>
        <pc:sldMkLst>
          <pc:docMk/>
          <pc:sldMk cId="87787290" sldId="6495"/>
        </pc:sldMkLst>
        <pc:spChg chg="del mod">
          <ac:chgData name="Sterling Baird" userId="1357d663-a106-4039-a40d-6f81e26aaf4b" providerId="ADAL" clId="{735F2C14-54F5-481E-BAD5-87514A27FEF5}" dt="2026-06-24T13:40:28.376" v="370"/>
          <ac:spMkLst>
            <pc:docMk/>
            <pc:sldMk cId="87787290" sldId="6495"/>
            <ac:spMk id="4" creationId="{CCDD5A1E-1735-B363-7C5C-4E49745CC135}"/>
          </ac:spMkLst>
        </pc:spChg>
        <pc:spChg chg="add mod ord">
          <ac:chgData name="Sterling Baird" userId="1357d663-a106-4039-a40d-6f81e26aaf4b" providerId="ADAL" clId="{735F2C14-54F5-481E-BAD5-87514A27FEF5}" dt="2026-06-24T13:40:27.344" v="368" actId="20577"/>
          <ac:spMkLst>
            <pc:docMk/>
            <pc:sldMk cId="87787290" sldId="6495"/>
            <ac:spMk id="5" creationId="{DE54A926-6EA9-6764-5AC0-34F762BEBC02}"/>
          </ac:spMkLst>
        </pc:spChg>
      </pc:sldChg>
      <pc:sldChg chg="addSp delSp modSp add mod modClrScheme chgLayout">
        <pc:chgData name="Sterling Baird" userId="1357d663-a106-4039-a40d-6f81e26aaf4b" providerId="ADAL" clId="{735F2C14-54F5-481E-BAD5-87514A27FEF5}" dt="2026-06-24T13:40:34.053" v="376"/>
        <pc:sldMkLst>
          <pc:docMk/>
          <pc:sldMk cId="2217894389" sldId="6496"/>
        </pc:sldMkLst>
        <pc:spChg chg="del mod">
          <ac:chgData name="Sterling Baird" userId="1357d663-a106-4039-a40d-6f81e26aaf4b" providerId="ADAL" clId="{735F2C14-54F5-481E-BAD5-87514A27FEF5}" dt="2026-06-24T13:40:34.053" v="376"/>
          <ac:spMkLst>
            <pc:docMk/>
            <pc:sldMk cId="2217894389" sldId="6496"/>
            <ac:spMk id="4" creationId="{E5966470-2F08-F48B-712F-6ECCD49DB06E}"/>
          </ac:spMkLst>
        </pc:spChg>
        <pc:spChg chg="add mod ord">
          <ac:chgData name="Sterling Baird" userId="1357d663-a106-4039-a40d-6f81e26aaf4b" providerId="ADAL" clId="{735F2C14-54F5-481E-BAD5-87514A27FEF5}" dt="2026-06-24T13:40:33.056" v="374" actId="20577"/>
          <ac:spMkLst>
            <pc:docMk/>
            <pc:sldMk cId="2217894389" sldId="6496"/>
            <ac:spMk id="5" creationId="{50C4A9E5-9B69-580A-BF67-A199BC68B056}"/>
          </ac:spMkLst>
        </pc:spChg>
      </pc:sldChg>
      <pc:sldChg chg="addSp delSp modSp add mod modClrScheme chgLayout">
        <pc:chgData name="Sterling Baird" userId="1357d663-a106-4039-a40d-6f81e26aaf4b" providerId="ADAL" clId="{735F2C14-54F5-481E-BAD5-87514A27FEF5}" dt="2026-06-24T13:41:07.561" v="408" actId="478"/>
        <pc:sldMkLst>
          <pc:docMk/>
          <pc:sldMk cId="117579149" sldId="6497"/>
        </pc:sldMkLst>
        <pc:spChg chg="del">
          <ac:chgData name="Sterling Baird" userId="1357d663-a106-4039-a40d-6f81e26aaf4b" providerId="ADAL" clId="{735F2C14-54F5-481E-BAD5-87514A27FEF5}" dt="2026-06-24T13:41:07.561" v="408" actId="478"/>
          <ac:spMkLst>
            <pc:docMk/>
            <pc:sldMk cId="117579149" sldId="6497"/>
            <ac:spMk id="3" creationId="{60BC9F98-5CA5-C441-64C8-A0D0A6ABD8B2}"/>
          </ac:spMkLst>
        </pc:spChg>
        <pc:spChg chg="del mod">
          <ac:chgData name="Sterling Baird" userId="1357d663-a106-4039-a40d-6f81e26aaf4b" providerId="ADAL" clId="{735F2C14-54F5-481E-BAD5-87514A27FEF5}" dt="2026-06-24T13:40:42.026" v="384"/>
          <ac:spMkLst>
            <pc:docMk/>
            <pc:sldMk cId="117579149" sldId="6497"/>
            <ac:spMk id="4" creationId="{1DD043B1-39ED-9C9F-DDC6-7A0606418063}"/>
          </ac:spMkLst>
        </pc:spChg>
        <pc:spChg chg="add mod ord">
          <ac:chgData name="Sterling Baird" userId="1357d663-a106-4039-a40d-6f81e26aaf4b" providerId="ADAL" clId="{735F2C14-54F5-481E-BAD5-87514A27FEF5}" dt="2026-06-24T13:40:40.777" v="382" actId="20577"/>
          <ac:spMkLst>
            <pc:docMk/>
            <pc:sldMk cId="117579149" sldId="6497"/>
            <ac:spMk id="5" creationId="{E8C5D5CA-204B-939A-AA56-2EEFEF0F3766}"/>
          </ac:spMkLst>
        </pc:spChg>
      </pc:sldChg>
      <pc:sldChg chg="addSp delSp modSp add mod modClrScheme chgLayout">
        <pc:chgData name="Sterling Baird" userId="1357d663-a106-4039-a40d-6f81e26aaf4b" providerId="ADAL" clId="{735F2C14-54F5-481E-BAD5-87514A27FEF5}" dt="2026-06-24T13:41:14.673" v="410" actId="478"/>
        <pc:sldMkLst>
          <pc:docMk/>
          <pc:sldMk cId="2523007223" sldId="6498"/>
        </pc:sldMkLst>
        <pc:spChg chg="del">
          <ac:chgData name="Sterling Baird" userId="1357d663-a106-4039-a40d-6f81e26aaf4b" providerId="ADAL" clId="{735F2C14-54F5-481E-BAD5-87514A27FEF5}" dt="2026-06-24T13:41:14.673" v="410" actId="478"/>
          <ac:spMkLst>
            <pc:docMk/>
            <pc:sldMk cId="2523007223" sldId="6498"/>
            <ac:spMk id="2" creationId="{FAB24CC2-412C-F055-CD8F-FF0FBAAD60CD}"/>
          </ac:spMkLst>
        </pc:spChg>
        <pc:spChg chg="del mod">
          <ac:chgData name="Sterling Baird" userId="1357d663-a106-4039-a40d-6f81e26aaf4b" providerId="ADAL" clId="{735F2C14-54F5-481E-BAD5-87514A27FEF5}" dt="2026-06-24T13:40:53.353" v="394"/>
          <ac:spMkLst>
            <pc:docMk/>
            <pc:sldMk cId="2523007223" sldId="6498"/>
            <ac:spMk id="4" creationId="{5E7D3346-6EFA-F2EB-D16C-54A325A429F7}"/>
          </ac:spMkLst>
        </pc:spChg>
        <pc:spChg chg="add mod ord">
          <ac:chgData name="Sterling Baird" userId="1357d663-a106-4039-a40d-6f81e26aaf4b" providerId="ADAL" clId="{735F2C14-54F5-481E-BAD5-87514A27FEF5}" dt="2026-06-24T13:40:51.881" v="392" actId="20577"/>
          <ac:spMkLst>
            <pc:docMk/>
            <pc:sldMk cId="2523007223" sldId="6498"/>
            <ac:spMk id="5" creationId="{7B5BB540-CF9E-0444-E8F9-4D1D7B5DDE66}"/>
          </ac:spMkLst>
        </pc:spChg>
      </pc:sldChg>
      <pc:sldChg chg="addSp delSp modSp add mod modClrScheme chgLayout">
        <pc:chgData name="Sterling Baird" userId="1357d663-a106-4039-a40d-6f81e26aaf4b" providerId="ADAL" clId="{735F2C14-54F5-481E-BAD5-87514A27FEF5}" dt="2026-06-24T13:41:06.615" v="407" actId="478"/>
        <pc:sldMkLst>
          <pc:docMk/>
          <pc:sldMk cId="3402822591" sldId="6499"/>
        </pc:sldMkLst>
        <pc:spChg chg="del mod">
          <ac:chgData name="Sterling Baird" userId="1357d663-a106-4039-a40d-6f81e26aaf4b" providerId="ADAL" clId="{735F2C14-54F5-481E-BAD5-87514A27FEF5}" dt="2026-06-24T13:41:06.615" v="407" actId="478"/>
          <ac:spMkLst>
            <pc:docMk/>
            <pc:sldMk cId="3402822591" sldId="6499"/>
            <ac:spMk id="2" creationId="{B1CE3EFD-761C-516B-2262-D51B948BD7DC}"/>
          </ac:spMkLst>
        </pc:spChg>
        <pc:spChg chg="add mod ord">
          <ac:chgData name="Sterling Baird" userId="1357d663-a106-4039-a40d-6f81e26aaf4b" providerId="ADAL" clId="{735F2C14-54F5-481E-BAD5-87514A27FEF5}" dt="2026-06-24T13:41:02.553" v="402" actId="20577"/>
          <ac:spMkLst>
            <pc:docMk/>
            <pc:sldMk cId="3402822591" sldId="6499"/>
            <ac:spMk id="3" creationId="{0E5542FD-090C-8844-3D5A-755439FDD1EC}"/>
          </ac:spMkLst>
        </pc:spChg>
        <pc:spChg chg="del mod">
          <ac:chgData name="Sterling Baird" userId="1357d663-a106-4039-a40d-6f81e26aaf4b" providerId="ADAL" clId="{735F2C14-54F5-481E-BAD5-87514A27FEF5}" dt="2026-06-24T13:41:04.846" v="404"/>
          <ac:spMkLst>
            <pc:docMk/>
            <pc:sldMk cId="3402822591" sldId="6499"/>
            <ac:spMk id="7" creationId="{3AAF6247-92FA-D3BD-2F91-EBB147C6699C}"/>
          </ac:spMkLst>
        </pc:spChg>
      </pc:sldChg>
      <pc:sldChg chg="add">
        <pc:chgData name="Sterling Baird" userId="1357d663-a106-4039-a40d-6f81e26aaf4b" providerId="ADAL" clId="{735F2C14-54F5-481E-BAD5-87514A27FEF5}" dt="2026-06-24T13:51:06.876" v="687"/>
        <pc:sldMkLst>
          <pc:docMk/>
          <pc:sldMk cId="4182099155" sldId="6566"/>
        </pc:sldMkLst>
      </pc:sldChg>
      <pc:sldChg chg="add">
        <pc:chgData name="Sterling Baird" userId="1357d663-a106-4039-a40d-6f81e26aaf4b" providerId="ADAL" clId="{735F2C14-54F5-481E-BAD5-87514A27FEF5}" dt="2026-06-24T13:48:20.490" v="550"/>
        <pc:sldMkLst>
          <pc:docMk/>
          <pc:sldMk cId="4274907816" sldId="6606"/>
        </pc:sldMkLst>
      </pc:sldChg>
      <pc:sldChg chg="add">
        <pc:chgData name="Sterling Baird" userId="1357d663-a106-4039-a40d-6f81e26aaf4b" providerId="ADAL" clId="{735F2C14-54F5-481E-BAD5-87514A27FEF5}" dt="2026-06-24T13:51:43.748" v="690"/>
        <pc:sldMkLst>
          <pc:docMk/>
          <pc:sldMk cId="3635554330" sldId="6625"/>
        </pc:sldMkLst>
      </pc:sldChg>
      <pc:sldChg chg="add">
        <pc:chgData name="Sterling Baird" userId="1357d663-a106-4039-a40d-6f81e26aaf4b" providerId="ADAL" clId="{735F2C14-54F5-481E-BAD5-87514A27FEF5}" dt="2026-06-24T13:51:06.876" v="687"/>
        <pc:sldMkLst>
          <pc:docMk/>
          <pc:sldMk cId="1810606905" sldId="6649"/>
        </pc:sldMkLst>
      </pc:sldChg>
      <pc:sldChg chg="add">
        <pc:chgData name="Sterling Baird" userId="1357d663-a106-4039-a40d-6f81e26aaf4b" providerId="ADAL" clId="{735F2C14-54F5-481E-BAD5-87514A27FEF5}" dt="2026-06-24T13:48:40.888" v="551"/>
        <pc:sldMkLst>
          <pc:docMk/>
          <pc:sldMk cId="3770226084" sldId="6657"/>
        </pc:sldMkLst>
      </pc:sldChg>
      <pc:sldChg chg="add">
        <pc:chgData name="Sterling Baird" userId="1357d663-a106-4039-a40d-6f81e26aaf4b" providerId="ADAL" clId="{735F2C14-54F5-481E-BAD5-87514A27FEF5}" dt="2026-06-24T13:51:53.031" v="691"/>
        <pc:sldMkLst>
          <pc:docMk/>
          <pc:sldMk cId="2404933260" sldId="6661"/>
        </pc:sldMkLst>
      </pc:sldChg>
      <pc:sldChg chg="add">
        <pc:chgData name="Sterling Baird" userId="1357d663-a106-4039-a40d-6f81e26aaf4b" providerId="ADAL" clId="{735F2C14-54F5-481E-BAD5-87514A27FEF5}" dt="2026-06-24T13:51:53.031" v="691"/>
        <pc:sldMkLst>
          <pc:docMk/>
          <pc:sldMk cId="2621968587" sldId="6663"/>
        </pc:sldMkLst>
      </pc:sldChg>
      <pc:sldChg chg="add">
        <pc:chgData name="Sterling Baird" userId="1357d663-a106-4039-a40d-6f81e26aaf4b" providerId="ADAL" clId="{735F2C14-54F5-481E-BAD5-87514A27FEF5}" dt="2026-06-24T13:51:43.748" v="690"/>
        <pc:sldMkLst>
          <pc:docMk/>
          <pc:sldMk cId="2879406572" sldId="6673"/>
        </pc:sldMkLst>
      </pc:sldChg>
      <pc:sldChg chg="add">
        <pc:chgData name="Sterling Baird" userId="1357d663-a106-4039-a40d-6f81e26aaf4b" providerId="ADAL" clId="{735F2C14-54F5-481E-BAD5-87514A27FEF5}" dt="2026-06-24T13:48:40.888" v="551"/>
        <pc:sldMkLst>
          <pc:docMk/>
          <pc:sldMk cId="2805328133" sldId="6920"/>
        </pc:sldMkLst>
      </pc:sldChg>
      <pc:sldChg chg="add">
        <pc:chgData name="Sterling Baird" userId="1357d663-a106-4039-a40d-6f81e26aaf4b" providerId="ADAL" clId="{735F2C14-54F5-481E-BAD5-87514A27FEF5}" dt="2026-06-24T13:48:45.753" v="552"/>
        <pc:sldMkLst>
          <pc:docMk/>
          <pc:sldMk cId="2103008911" sldId="6954"/>
        </pc:sldMkLst>
      </pc:sldChg>
      <pc:sldChg chg="modTransition">
        <pc:chgData name="Sterling Baird" userId="1357d663-a106-4039-a40d-6f81e26aaf4b" providerId="ADAL" clId="{735F2C14-54F5-481E-BAD5-87514A27FEF5}" dt="2026-06-24T13:29:14.711" v="0"/>
        <pc:sldMkLst>
          <pc:docMk/>
          <pc:sldMk cId="1063442199" sldId="7018"/>
        </pc:sldMkLst>
      </pc:sldChg>
      <pc:sldChg chg="delSp modTransition modAnim">
        <pc:chgData name="Sterling Baird" userId="1357d663-a106-4039-a40d-6f81e26aaf4b" providerId="ADAL" clId="{735F2C14-54F5-481E-BAD5-87514A27FEF5}" dt="2026-06-24T13:29:14.711" v="0"/>
        <pc:sldMkLst>
          <pc:docMk/>
          <pc:sldMk cId="3384140039" sldId="7069"/>
        </pc:sldMkLst>
        <pc:picChg chg="del">
          <ac:chgData name="Sterling Baird" userId="1357d663-a106-4039-a40d-6f81e26aaf4b" providerId="ADAL" clId="{735F2C14-54F5-481E-BAD5-87514A27FEF5}" dt="2026-06-24T13:29:14.711" v="0"/>
          <ac:picMkLst>
            <pc:docMk/>
            <pc:sldMk cId="3384140039" sldId="7069"/>
            <ac:picMk id="6" creationId="{8590DE81-0B4A-D2B1-FD7C-3B6D50BC0883}"/>
          </ac:picMkLst>
        </pc:picChg>
      </pc:sldChg>
      <pc:sldChg chg="delSp modTransition modAnim">
        <pc:chgData name="Sterling Baird" userId="1357d663-a106-4039-a40d-6f81e26aaf4b" providerId="ADAL" clId="{735F2C14-54F5-481E-BAD5-87514A27FEF5}" dt="2026-06-24T13:29:14.711" v="0"/>
        <pc:sldMkLst>
          <pc:docMk/>
          <pc:sldMk cId="2526637733" sldId="7082"/>
        </pc:sldMkLst>
        <pc:picChg chg="del">
          <ac:chgData name="Sterling Baird" userId="1357d663-a106-4039-a40d-6f81e26aaf4b" providerId="ADAL" clId="{735F2C14-54F5-481E-BAD5-87514A27FEF5}" dt="2026-06-24T13:29:14.711" v="0"/>
          <ac:picMkLst>
            <pc:docMk/>
            <pc:sldMk cId="2526637733" sldId="7082"/>
            <ac:picMk id="19" creationId="{39477041-CBC3-3520-1E55-3546770E8E54}"/>
          </ac:picMkLst>
        </pc:picChg>
      </pc:sldChg>
      <pc:sldChg chg="delSp modTransition modAnim">
        <pc:chgData name="Sterling Baird" userId="1357d663-a106-4039-a40d-6f81e26aaf4b" providerId="ADAL" clId="{735F2C14-54F5-481E-BAD5-87514A27FEF5}" dt="2026-06-24T13:29:14.711" v="0"/>
        <pc:sldMkLst>
          <pc:docMk/>
          <pc:sldMk cId="1875680372" sldId="7083"/>
        </pc:sldMkLst>
        <pc:picChg chg="del">
          <ac:chgData name="Sterling Baird" userId="1357d663-a106-4039-a40d-6f81e26aaf4b" providerId="ADAL" clId="{735F2C14-54F5-481E-BAD5-87514A27FEF5}" dt="2026-06-24T13:29:14.711" v="0"/>
          <ac:picMkLst>
            <pc:docMk/>
            <pc:sldMk cId="1875680372" sldId="7083"/>
            <ac:picMk id="6" creationId="{E0EB5BA7-90AF-B3E7-0681-C42CFBFC171C}"/>
          </ac:picMkLst>
        </pc:picChg>
      </pc:sldChg>
      <pc:sldChg chg="delSp modTransition modAnim">
        <pc:chgData name="Sterling Baird" userId="1357d663-a106-4039-a40d-6f81e26aaf4b" providerId="ADAL" clId="{735F2C14-54F5-481E-BAD5-87514A27FEF5}" dt="2026-06-24T13:29:14.711" v="0"/>
        <pc:sldMkLst>
          <pc:docMk/>
          <pc:sldMk cId="647541912" sldId="7085"/>
        </pc:sldMkLst>
        <pc:picChg chg="del">
          <ac:chgData name="Sterling Baird" userId="1357d663-a106-4039-a40d-6f81e26aaf4b" providerId="ADAL" clId="{735F2C14-54F5-481E-BAD5-87514A27FEF5}" dt="2026-06-24T13:29:14.711" v="0"/>
          <ac:picMkLst>
            <pc:docMk/>
            <pc:sldMk cId="647541912" sldId="7085"/>
            <ac:picMk id="7" creationId="{FE11A002-0F1D-B913-FE9B-CD22CDA66CFC}"/>
          </ac:picMkLst>
        </pc:picChg>
      </pc:sldChg>
      <pc:sldChg chg="delSp modSp mod modTransition modAnim">
        <pc:chgData name="Sterling Baird" userId="1357d663-a106-4039-a40d-6f81e26aaf4b" providerId="ADAL" clId="{735F2C14-54F5-481E-BAD5-87514A27FEF5}" dt="2026-06-24T14:20:37.195" v="907" actId="478"/>
        <pc:sldMkLst>
          <pc:docMk/>
          <pc:sldMk cId="1579810191" sldId="7087"/>
        </pc:sldMkLst>
        <pc:spChg chg="mod">
          <ac:chgData name="Sterling Baird" userId="1357d663-a106-4039-a40d-6f81e26aaf4b" providerId="ADAL" clId="{735F2C14-54F5-481E-BAD5-87514A27FEF5}" dt="2026-06-24T13:29:44.991" v="65" actId="20577"/>
          <ac:spMkLst>
            <pc:docMk/>
            <pc:sldMk cId="1579810191" sldId="7087"/>
            <ac:spMk id="2" creationId="{C73B9460-B00D-1584-8684-06600380C9FD}"/>
          </ac:spMkLst>
        </pc:spChg>
        <pc:spChg chg="del">
          <ac:chgData name="Sterling Baird" userId="1357d663-a106-4039-a40d-6f81e26aaf4b" providerId="ADAL" clId="{735F2C14-54F5-481E-BAD5-87514A27FEF5}" dt="2026-06-24T14:20:37.195" v="907" actId="478"/>
          <ac:spMkLst>
            <pc:docMk/>
            <pc:sldMk cId="1579810191" sldId="7087"/>
            <ac:spMk id="11" creationId="{7ED153AB-5270-7EC0-1F8F-A1F44EA881BF}"/>
          </ac:spMkLst>
        </pc:spChg>
        <pc:picChg chg="del">
          <ac:chgData name="Sterling Baird" userId="1357d663-a106-4039-a40d-6f81e26aaf4b" providerId="ADAL" clId="{735F2C14-54F5-481E-BAD5-87514A27FEF5}" dt="2026-06-24T14:20:37.195" v="907" actId="478"/>
          <ac:picMkLst>
            <pc:docMk/>
            <pc:sldMk cId="1579810191" sldId="7087"/>
            <ac:picMk id="6" creationId="{CF9D3CFB-72BB-DE38-1160-7927BC6687BD}"/>
          </ac:picMkLst>
        </pc:picChg>
        <pc:picChg chg="del">
          <ac:chgData name="Sterling Baird" userId="1357d663-a106-4039-a40d-6f81e26aaf4b" providerId="ADAL" clId="{735F2C14-54F5-481E-BAD5-87514A27FEF5}" dt="2026-06-24T14:20:37.195" v="907" actId="478"/>
          <ac:picMkLst>
            <pc:docMk/>
            <pc:sldMk cId="1579810191" sldId="7087"/>
            <ac:picMk id="10" creationId="{DBF18C50-A080-7825-EFBC-8E55D13F3F9A}"/>
          </ac:picMkLst>
        </pc:picChg>
        <pc:picChg chg="del">
          <ac:chgData name="Sterling Baird" userId="1357d663-a106-4039-a40d-6f81e26aaf4b" providerId="ADAL" clId="{735F2C14-54F5-481E-BAD5-87514A27FEF5}" dt="2026-06-24T13:29:14.711" v="0"/>
          <ac:picMkLst>
            <pc:docMk/>
            <pc:sldMk cId="1579810191" sldId="7087"/>
            <ac:picMk id="13" creationId="{524F5AE7-FB41-E9FE-81EB-9F3037B3A3E4}"/>
          </ac:picMkLst>
        </pc:picChg>
      </pc:sldChg>
      <pc:sldChg chg="modTransition">
        <pc:chgData name="Sterling Baird" userId="1357d663-a106-4039-a40d-6f81e26aaf4b" providerId="ADAL" clId="{735F2C14-54F5-481E-BAD5-87514A27FEF5}" dt="2026-06-24T13:29:14.711" v="0"/>
        <pc:sldMkLst>
          <pc:docMk/>
          <pc:sldMk cId="1422193461" sldId="7090"/>
        </pc:sldMkLst>
      </pc:sldChg>
      <pc:sldChg chg="del modTransition">
        <pc:chgData name="Sterling Baird" userId="1357d663-a106-4039-a40d-6f81e26aaf4b" providerId="ADAL" clId="{735F2C14-54F5-481E-BAD5-87514A27FEF5}" dt="2026-06-24T14:18:04.584" v="906" actId="47"/>
        <pc:sldMkLst>
          <pc:docMk/>
          <pc:sldMk cId="1974216512" sldId="7091"/>
        </pc:sldMkLst>
      </pc:sldChg>
      <pc:sldChg chg="delSp modTransition modAnim">
        <pc:chgData name="Sterling Baird" userId="1357d663-a106-4039-a40d-6f81e26aaf4b" providerId="ADAL" clId="{735F2C14-54F5-481E-BAD5-87514A27FEF5}" dt="2026-06-24T13:29:14.711" v="0"/>
        <pc:sldMkLst>
          <pc:docMk/>
          <pc:sldMk cId="41495603" sldId="7092"/>
        </pc:sldMkLst>
        <pc:picChg chg="del">
          <ac:chgData name="Sterling Baird" userId="1357d663-a106-4039-a40d-6f81e26aaf4b" providerId="ADAL" clId="{735F2C14-54F5-481E-BAD5-87514A27FEF5}" dt="2026-06-24T13:29:14.711" v="0"/>
          <ac:picMkLst>
            <pc:docMk/>
            <pc:sldMk cId="41495603" sldId="7092"/>
            <ac:picMk id="28" creationId="{8E8AD52F-B45F-9985-3B52-3E2821D09921}"/>
          </ac:picMkLst>
        </pc:picChg>
      </pc:sldChg>
      <pc:sldChg chg="delSp modTransition modAnim">
        <pc:chgData name="Sterling Baird" userId="1357d663-a106-4039-a40d-6f81e26aaf4b" providerId="ADAL" clId="{735F2C14-54F5-481E-BAD5-87514A27FEF5}" dt="2026-06-24T13:29:14.711" v="0"/>
        <pc:sldMkLst>
          <pc:docMk/>
          <pc:sldMk cId="1441015139" sldId="7093"/>
        </pc:sldMkLst>
        <pc:picChg chg="del">
          <ac:chgData name="Sterling Baird" userId="1357d663-a106-4039-a40d-6f81e26aaf4b" providerId="ADAL" clId="{735F2C14-54F5-481E-BAD5-87514A27FEF5}" dt="2026-06-24T13:29:14.711" v="0"/>
          <ac:picMkLst>
            <pc:docMk/>
            <pc:sldMk cId="1441015139" sldId="7093"/>
            <ac:picMk id="10" creationId="{6344B17D-1BE3-D91B-00D1-05DC89624D21}"/>
          </ac:picMkLst>
        </pc:picChg>
      </pc:sldChg>
      <pc:sldChg chg="delSp modTransition modAnim">
        <pc:chgData name="Sterling Baird" userId="1357d663-a106-4039-a40d-6f81e26aaf4b" providerId="ADAL" clId="{735F2C14-54F5-481E-BAD5-87514A27FEF5}" dt="2026-06-24T13:29:14.711" v="0"/>
        <pc:sldMkLst>
          <pc:docMk/>
          <pc:sldMk cId="4065811164" sldId="7094"/>
        </pc:sldMkLst>
        <pc:picChg chg="del">
          <ac:chgData name="Sterling Baird" userId="1357d663-a106-4039-a40d-6f81e26aaf4b" providerId="ADAL" clId="{735F2C14-54F5-481E-BAD5-87514A27FEF5}" dt="2026-06-24T13:29:14.711" v="0"/>
          <ac:picMkLst>
            <pc:docMk/>
            <pc:sldMk cId="4065811164" sldId="7094"/>
            <ac:picMk id="6" creationId="{652D0F8D-B192-359B-2DE8-6F06DE0DC66F}"/>
          </ac:picMkLst>
        </pc:picChg>
      </pc:sldChg>
      <pc:sldChg chg="modTransition">
        <pc:chgData name="Sterling Baird" userId="1357d663-a106-4039-a40d-6f81e26aaf4b" providerId="ADAL" clId="{735F2C14-54F5-481E-BAD5-87514A27FEF5}" dt="2026-06-24T13:29:14.711" v="0"/>
        <pc:sldMkLst>
          <pc:docMk/>
          <pc:sldMk cId="1398435611" sldId="7096"/>
        </pc:sldMkLst>
      </pc:sldChg>
      <pc:sldChg chg="modTransition">
        <pc:chgData name="Sterling Baird" userId="1357d663-a106-4039-a40d-6f81e26aaf4b" providerId="ADAL" clId="{735F2C14-54F5-481E-BAD5-87514A27FEF5}" dt="2026-06-24T13:29:14.711" v="0"/>
        <pc:sldMkLst>
          <pc:docMk/>
          <pc:sldMk cId="33624938" sldId="7097"/>
        </pc:sldMkLst>
      </pc:sldChg>
      <pc:sldChg chg="delSp modTransition modAnim">
        <pc:chgData name="Sterling Baird" userId="1357d663-a106-4039-a40d-6f81e26aaf4b" providerId="ADAL" clId="{735F2C14-54F5-481E-BAD5-87514A27FEF5}" dt="2026-06-24T13:29:14.711" v="0"/>
        <pc:sldMkLst>
          <pc:docMk/>
          <pc:sldMk cId="232644041" sldId="7098"/>
        </pc:sldMkLst>
        <pc:picChg chg="del">
          <ac:chgData name="Sterling Baird" userId="1357d663-a106-4039-a40d-6f81e26aaf4b" providerId="ADAL" clId="{735F2C14-54F5-481E-BAD5-87514A27FEF5}" dt="2026-06-24T13:29:14.711" v="0"/>
          <ac:picMkLst>
            <pc:docMk/>
            <pc:sldMk cId="232644041" sldId="7098"/>
            <ac:picMk id="9" creationId="{207EF0DA-BAF6-A4AF-8889-DA2A54CFC280}"/>
          </ac:picMkLst>
        </pc:picChg>
      </pc:sldChg>
      <pc:sldChg chg="delSp modTransition modAnim">
        <pc:chgData name="Sterling Baird" userId="1357d663-a106-4039-a40d-6f81e26aaf4b" providerId="ADAL" clId="{735F2C14-54F5-481E-BAD5-87514A27FEF5}" dt="2026-06-24T13:29:14.711" v="0"/>
        <pc:sldMkLst>
          <pc:docMk/>
          <pc:sldMk cId="1331650472" sldId="7099"/>
        </pc:sldMkLst>
        <pc:picChg chg="del">
          <ac:chgData name="Sterling Baird" userId="1357d663-a106-4039-a40d-6f81e26aaf4b" providerId="ADAL" clId="{735F2C14-54F5-481E-BAD5-87514A27FEF5}" dt="2026-06-24T13:29:14.711" v="0"/>
          <ac:picMkLst>
            <pc:docMk/>
            <pc:sldMk cId="1331650472" sldId="7099"/>
            <ac:picMk id="7" creationId="{0E55DCFD-66BE-2112-55E7-7B2ECC9A902E}"/>
          </ac:picMkLst>
        </pc:picChg>
      </pc:sldChg>
      <pc:sldChg chg="delSp modTransition modAnim">
        <pc:chgData name="Sterling Baird" userId="1357d663-a106-4039-a40d-6f81e26aaf4b" providerId="ADAL" clId="{735F2C14-54F5-481E-BAD5-87514A27FEF5}" dt="2026-06-24T13:29:14.711" v="0"/>
        <pc:sldMkLst>
          <pc:docMk/>
          <pc:sldMk cId="3600389822" sldId="7100"/>
        </pc:sldMkLst>
        <pc:picChg chg="del">
          <ac:chgData name="Sterling Baird" userId="1357d663-a106-4039-a40d-6f81e26aaf4b" providerId="ADAL" clId="{735F2C14-54F5-481E-BAD5-87514A27FEF5}" dt="2026-06-24T13:29:14.711" v="0"/>
          <ac:picMkLst>
            <pc:docMk/>
            <pc:sldMk cId="3600389822" sldId="7100"/>
            <ac:picMk id="7" creationId="{715980D5-CC1B-E777-948C-B77064FB49B7}"/>
          </ac:picMkLst>
        </pc:picChg>
      </pc:sldChg>
      <pc:sldChg chg="modTransition">
        <pc:chgData name="Sterling Baird" userId="1357d663-a106-4039-a40d-6f81e26aaf4b" providerId="ADAL" clId="{735F2C14-54F5-481E-BAD5-87514A27FEF5}" dt="2026-06-24T13:29:14.711" v="0"/>
        <pc:sldMkLst>
          <pc:docMk/>
          <pc:sldMk cId="700878909" sldId="7101"/>
        </pc:sldMkLst>
      </pc:sldChg>
      <pc:sldChg chg="modTransition">
        <pc:chgData name="Sterling Baird" userId="1357d663-a106-4039-a40d-6f81e26aaf4b" providerId="ADAL" clId="{735F2C14-54F5-481E-BAD5-87514A27FEF5}" dt="2026-06-24T13:29:14.711" v="0"/>
        <pc:sldMkLst>
          <pc:docMk/>
          <pc:sldMk cId="544790605" sldId="7102"/>
        </pc:sldMkLst>
      </pc:sldChg>
      <pc:sldChg chg="modTransition">
        <pc:chgData name="Sterling Baird" userId="1357d663-a106-4039-a40d-6f81e26aaf4b" providerId="ADAL" clId="{735F2C14-54F5-481E-BAD5-87514A27FEF5}" dt="2026-06-24T13:29:14.711" v="0"/>
        <pc:sldMkLst>
          <pc:docMk/>
          <pc:sldMk cId="859540742" sldId="7103"/>
        </pc:sldMkLst>
      </pc:sldChg>
      <pc:sldChg chg="modTransition">
        <pc:chgData name="Sterling Baird" userId="1357d663-a106-4039-a40d-6f81e26aaf4b" providerId="ADAL" clId="{735F2C14-54F5-481E-BAD5-87514A27FEF5}" dt="2026-06-24T13:29:14.711" v="0"/>
        <pc:sldMkLst>
          <pc:docMk/>
          <pc:sldMk cId="2319100863" sldId="7104"/>
        </pc:sldMkLst>
      </pc:sldChg>
      <pc:sldChg chg="modTransition">
        <pc:chgData name="Sterling Baird" userId="1357d663-a106-4039-a40d-6f81e26aaf4b" providerId="ADAL" clId="{735F2C14-54F5-481E-BAD5-87514A27FEF5}" dt="2026-06-24T13:29:14.711" v="0"/>
        <pc:sldMkLst>
          <pc:docMk/>
          <pc:sldMk cId="1322107293" sldId="7105"/>
        </pc:sldMkLst>
      </pc:sldChg>
      <pc:sldChg chg="modTransition">
        <pc:chgData name="Sterling Baird" userId="1357d663-a106-4039-a40d-6f81e26aaf4b" providerId="ADAL" clId="{735F2C14-54F5-481E-BAD5-87514A27FEF5}" dt="2026-06-24T13:29:14.711" v="0"/>
        <pc:sldMkLst>
          <pc:docMk/>
          <pc:sldMk cId="906941989" sldId="7106"/>
        </pc:sldMkLst>
      </pc:sldChg>
      <pc:sldChg chg="modTransition addAnim delAnim modAnim">
        <pc:chgData name="Sterling Baird" userId="1357d663-a106-4039-a40d-6f81e26aaf4b" providerId="ADAL" clId="{735F2C14-54F5-481E-BAD5-87514A27FEF5}" dt="2026-06-24T13:39:27.421" v="355"/>
        <pc:sldMkLst>
          <pc:docMk/>
          <pc:sldMk cId="259921791" sldId="7107"/>
        </pc:sldMkLst>
      </pc:sldChg>
      <pc:sldChg chg="modTransition">
        <pc:chgData name="Sterling Baird" userId="1357d663-a106-4039-a40d-6f81e26aaf4b" providerId="ADAL" clId="{735F2C14-54F5-481E-BAD5-87514A27FEF5}" dt="2026-06-24T13:29:14.711" v="0"/>
        <pc:sldMkLst>
          <pc:docMk/>
          <pc:sldMk cId="317174471" sldId="7108"/>
        </pc:sldMkLst>
      </pc:sldChg>
      <pc:sldChg chg="modTransition">
        <pc:chgData name="Sterling Baird" userId="1357d663-a106-4039-a40d-6f81e26aaf4b" providerId="ADAL" clId="{735F2C14-54F5-481E-BAD5-87514A27FEF5}" dt="2026-06-24T13:29:14.711" v="0"/>
        <pc:sldMkLst>
          <pc:docMk/>
          <pc:sldMk cId="1190700389" sldId="7109"/>
        </pc:sldMkLst>
      </pc:sldChg>
      <pc:sldChg chg="modTransition">
        <pc:chgData name="Sterling Baird" userId="1357d663-a106-4039-a40d-6f81e26aaf4b" providerId="ADAL" clId="{735F2C14-54F5-481E-BAD5-87514A27FEF5}" dt="2026-06-24T13:29:14.711" v="0"/>
        <pc:sldMkLst>
          <pc:docMk/>
          <pc:sldMk cId="3559055419" sldId="7110"/>
        </pc:sldMkLst>
      </pc:sldChg>
      <pc:sldChg chg="modTransition">
        <pc:chgData name="Sterling Baird" userId="1357d663-a106-4039-a40d-6f81e26aaf4b" providerId="ADAL" clId="{735F2C14-54F5-481E-BAD5-87514A27FEF5}" dt="2026-06-24T13:29:14.711" v="0"/>
        <pc:sldMkLst>
          <pc:docMk/>
          <pc:sldMk cId="3192030406" sldId="7112"/>
        </pc:sldMkLst>
      </pc:sldChg>
      <pc:sldChg chg="delSp modTransition modAnim">
        <pc:chgData name="Sterling Baird" userId="1357d663-a106-4039-a40d-6f81e26aaf4b" providerId="ADAL" clId="{735F2C14-54F5-481E-BAD5-87514A27FEF5}" dt="2026-06-24T13:29:14.711" v="0"/>
        <pc:sldMkLst>
          <pc:docMk/>
          <pc:sldMk cId="1712936191" sldId="7114"/>
        </pc:sldMkLst>
        <pc:picChg chg="del">
          <ac:chgData name="Sterling Baird" userId="1357d663-a106-4039-a40d-6f81e26aaf4b" providerId="ADAL" clId="{735F2C14-54F5-481E-BAD5-87514A27FEF5}" dt="2026-06-24T13:29:14.711" v="0"/>
          <ac:picMkLst>
            <pc:docMk/>
            <pc:sldMk cId="1712936191" sldId="7114"/>
            <ac:picMk id="7" creationId="{0B1C2833-0557-1151-D2FC-11E54FF063B9}"/>
          </ac:picMkLst>
        </pc:picChg>
      </pc:sldChg>
      <pc:sldChg chg="addSp delSp modSp mod modTransition">
        <pc:chgData name="Sterling Baird" userId="1357d663-a106-4039-a40d-6f81e26aaf4b" providerId="ADAL" clId="{735F2C14-54F5-481E-BAD5-87514A27FEF5}" dt="2026-06-24T14:07:43.872" v="745" actId="1076"/>
        <pc:sldMkLst>
          <pc:docMk/>
          <pc:sldMk cId="2840587159" sldId="7115"/>
        </pc:sldMkLst>
        <pc:picChg chg="add del mod">
          <ac:chgData name="Sterling Baird" userId="1357d663-a106-4039-a40d-6f81e26aaf4b" providerId="ADAL" clId="{735F2C14-54F5-481E-BAD5-87514A27FEF5}" dt="2026-06-24T13:31:03.275" v="72" actId="21"/>
          <ac:picMkLst>
            <pc:docMk/>
            <pc:sldMk cId="2840587159" sldId="7115"/>
            <ac:picMk id="5" creationId="{75F2664C-61DF-DE2F-BA7E-53D3606681A1}"/>
          </ac:picMkLst>
        </pc:picChg>
        <pc:picChg chg="add mod">
          <ac:chgData name="Sterling Baird" userId="1357d663-a106-4039-a40d-6f81e26aaf4b" providerId="ADAL" clId="{735F2C14-54F5-481E-BAD5-87514A27FEF5}" dt="2026-06-24T14:07:43.872" v="745" actId="1076"/>
          <ac:picMkLst>
            <pc:docMk/>
            <pc:sldMk cId="2840587159" sldId="7115"/>
            <ac:picMk id="10" creationId="{739A98B5-B8CF-5379-5E68-90EADCB12273}"/>
          </ac:picMkLst>
        </pc:picChg>
        <pc:picChg chg="mod">
          <ac:chgData name="Sterling Baird" userId="1357d663-a106-4039-a40d-6f81e26aaf4b" providerId="ADAL" clId="{735F2C14-54F5-481E-BAD5-87514A27FEF5}" dt="2026-06-24T14:07:41.320" v="744" actId="1037"/>
          <ac:picMkLst>
            <pc:docMk/>
            <pc:sldMk cId="2840587159" sldId="7115"/>
            <ac:picMk id="1026" creationId="{2BE88A24-B9FA-FE3A-57AD-83F4FAF78373}"/>
          </ac:picMkLst>
        </pc:picChg>
        <pc:picChg chg="mod">
          <ac:chgData name="Sterling Baird" userId="1357d663-a106-4039-a40d-6f81e26aaf4b" providerId="ADAL" clId="{735F2C14-54F5-481E-BAD5-87514A27FEF5}" dt="2026-06-24T14:07:41.320" v="744" actId="1037"/>
          <ac:picMkLst>
            <pc:docMk/>
            <pc:sldMk cId="2840587159" sldId="7115"/>
            <ac:picMk id="1028" creationId="{D07244D8-060B-03CE-5B1D-EFFDE0ECE346}"/>
          </ac:picMkLst>
        </pc:picChg>
        <pc:picChg chg="mod">
          <ac:chgData name="Sterling Baird" userId="1357d663-a106-4039-a40d-6f81e26aaf4b" providerId="ADAL" clId="{735F2C14-54F5-481E-BAD5-87514A27FEF5}" dt="2026-06-24T14:07:41.320" v="744" actId="1037"/>
          <ac:picMkLst>
            <pc:docMk/>
            <pc:sldMk cId="2840587159" sldId="7115"/>
            <ac:picMk id="1030" creationId="{B77E7D53-3C6C-198E-CC51-DE82EDA9AACF}"/>
          </ac:picMkLst>
        </pc:picChg>
      </pc:sldChg>
      <pc:sldChg chg="modTransition">
        <pc:chgData name="Sterling Baird" userId="1357d663-a106-4039-a40d-6f81e26aaf4b" providerId="ADAL" clId="{735F2C14-54F5-481E-BAD5-87514A27FEF5}" dt="2026-06-24T13:29:14.711" v="0"/>
        <pc:sldMkLst>
          <pc:docMk/>
          <pc:sldMk cId="825978036" sldId="7116"/>
        </pc:sldMkLst>
      </pc:sldChg>
      <pc:sldChg chg="addSp delSp modSp mod modTransition">
        <pc:chgData name="Sterling Baird" userId="1357d663-a106-4039-a40d-6f81e26aaf4b" providerId="ADAL" clId="{735F2C14-54F5-481E-BAD5-87514A27FEF5}" dt="2026-06-24T14:21:15.361" v="920" actId="20577"/>
        <pc:sldMkLst>
          <pc:docMk/>
          <pc:sldMk cId="3399964177" sldId="7117"/>
        </pc:sldMkLst>
        <pc:spChg chg="mod">
          <ac:chgData name="Sterling Baird" userId="1357d663-a106-4039-a40d-6f81e26aaf4b" providerId="ADAL" clId="{735F2C14-54F5-481E-BAD5-87514A27FEF5}" dt="2026-06-24T14:21:15.361" v="920" actId="20577"/>
          <ac:spMkLst>
            <pc:docMk/>
            <pc:sldMk cId="3399964177" sldId="7117"/>
            <ac:spMk id="4" creationId="{828D4DF1-6968-8FA2-B458-AEF2C5CABB38}"/>
          </ac:spMkLst>
        </pc:spChg>
        <pc:spChg chg="mod">
          <ac:chgData name="Sterling Baird" userId="1357d663-a106-4039-a40d-6f81e26aaf4b" providerId="ADAL" clId="{735F2C14-54F5-481E-BAD5-87514A27FEF5}" dt="2026-06-24T13:33:42.701" v="77" actId="14100"/>
          <ac:spMkLst>
            <pc:docMk/>
            <pc:sldMk cId="3399964177" sldId="7117"/>
            <ac:spMk id="9" creationId="{0A29572B-9BF7-A108-2DA3-7C1F2763819A}"/>
          </ac:spMkLst>
        </pc:spChg>
        <pc:spChg chg="add mod">
          <ac:chgData name="Sterling Baird" userId="1357d663-a106-4039-a40d-6f81e26aaf4b" providerId="ADAL" clId="{735F2C14-54F5-481E-BAD5-87514A27FEF5}" dt="2026-06-24T13:35:41.809" v="139" actId="1076"/>
          <ac:spMkLst>
            <pc:docMk/>
            <pc:sldMk cId="3399964177" sldId="7117"/>
            <ac:spMk id="13" creationId="{BF1EF81F-07F9-1DBB-227B-44D1917AF7EE}"/>
          </ac:spMkLst>
        </pc:spChg>
        <pc:spChg chg="add del">
          <ac:chgData name="Sterling Baird" userId="1357d663-a106-4039-a40d-6f81e26aaf4b" providerId="ADAL" clId="{735F2C14-54F5-481E-BAD5-87514A27FEF5}" dt="2026-06-24T13:34:33.989" v="103" actId="22"/>
          <ac:spMkLst>
            <pc:docMk/>
            <pc:sldMk cId="3399964177" sldId="7117"/>
            <ac:spMk id="15" creationId="{E28BC394-F5ED-6517-4814-C852D54C67D1}"/>
          </ac:spMkLst>
        </pc:spChg>
        <pc:spChg chg="add mod">
          <ac:chgData name="Sterling Baird" userId="1357d663-a106-4039-a40d-6f81e26aaf4b" providerId="ADAL" clId="{735F2C14-54F5-481E-BAD5-87514A27FEF5}" dt="2026-06-24T13:45:04.386" v="421" actId="1076"/>
          <ac:spMkLst>
            <pc:docMk/>
            <pc:sldMk cId="3399964177" sldId="7117"/>
            <ac:spMk id="17" creationId="{38626038-A7C8-25F9-389C-856E369017A9}"/>
          </ac:spMkLst>
        </pc:spChg>
        <pc:picChg chg="mod">
          <ac:chgData name="Sterling Baird" userId="1357d663-a106-4039-a40d-6f81e26aaf4b" providerId="ADAL" clId="{735F2C14-54F5-481E-BAD5-87514A27FEF5}" dt="2026-06-24T13:33:54.708" v="81" actId="1076"/>
          <ac:picMkLst>
            <pc:docMk/>
            <pc:sldMk cId="3399964177" sldId="7117"/>
            <ac:picMk id="8" creationId="{44417CAC-10DA-A112-9D45-95012537E37A}"/>
          </ac:picMkLst>
        </pc:picChg>
        <pc:picChg chg="mod">
          <ac:chgData name="Sterling Baird" userId="1357d663-a106-4039-a40d-6f81e26aaf4b" providerId="ADAL" clId="{735F2C14-54F5-481E-BAD5-87514A27FEF5}" dt="2026-06-24T13:35:44.231" v="140" actId="1076"/>
          <ac:picMkLst>
            <pc:docMk/>
            <pc:sldMk cId="3399964177" sldId="7117"/>
            <ac:picMk id="18" creationId="{576C9A9E-85CB-EDAC-DEB9-EA67CEE201BF}"/>
          </ac:picMkLst>
        </pc:picChg>
        <pc:cxnChg chg="mod">
          <ac:chgData name="Sterling Baird" userId="1357d663-a106-4039-a40d-6f81e26aaf4b" providerId="ADAL" clId="{735F2C14-54F5-481E-BAD5-87514A27FEF5}" dt="2026-06-24T13:33:56.702" v="82" actId="14100"/>
          <ac:cxnSpMkLst>
            <pc:docMk/>
            <pc:sldMk cId="3399964177" sldId="7117"/>
            <ac:cxnSpMk id="11" creationId="{FD7E7EE2-F627-295A-DEBA-F86F7DC817FB}"/>
          </ac:cxnSpMkLst>
        </pc:cxnChg>
      </pc:sldChg>
      <pc:sldChg chg="modTransition modNotesTx">
        <pc:chgData name="Sterling Baird" userId="1357d663-a106-4039-a40d-6f81e26aaf4b" providerId="ADAL" clId="{735F2C14-54F5-481E-BAD5-87514A27FEF5}" dt="2026-06-24T13:49:13.488" v="569" actId="20577"/>
        <pc:sldMkLst>
          <pc:docMk/>
          <pc:sldMk cId="3875103652" sldId="7118"/>
        </pc:sldMkLst>
      </pc:sldChg>
      <pc:sldChg chg="addSp modSp mod modTransition">
        <pc:chgData name="Sterling Baird" userId="1357d663-a106-4039-a40d-6f81e26aaf4b" providerId="ADAL" clId="{735F2C14-54F5-481E-BAD5-87514A27FEF5}" dt="2026-06-24T13:37:56.683" v="353" actId="14100"/>
        <pc:sldMkLst>
          <pc:docMk/>
          <pc:sldMk cId="2805867118" sldId="7119"/>
        </pc:sldMkLst>
        <pc:spChg chg="mod">
          <ac:chgData name="Sterling Baird" userId="1357d663-a106-4039-a40d-6f81e26aaf4b" providerId="ADAL" clId="{735F2C14-54F5-481E-BAD5-87514A27FEF5}" dt="2026-06-24T13:36:16.440" v="209" actId="20577"/>
          <ac:spMkLst>
            <pc:docMk/>
            <pc:sldMk cId="2805867118" sldId="7119"/>
            <ac:spMk id="2" creationId="{78849007-97A7-CF04-DE2B-363BBE0589B5}"/>
          </ac:spMkLst>
        </pc:spChg>
        <pc:spChg chg="add mod">
          <ac:chgData name="Sterling Baird" userId="1357d663-a106-4039-a40d-6f81e26aaf4b" providerId="ADAL" clId="{735F2C14-54F5-481E-BAD5-87514A27FEF5}" dt="2026-06-24T13:37:28.782" v="291" actId="1076"/>
          <ac:spMkLst>
            <pc:docMk/>
            <pc:sldMk cId="2805867118" sldId="7119"/>
            <ac:spMk id="7" creationId="{BCFF74D9-87A2-FB03-00FB-55972025E95F}"/>
          </ac:spMkLst>
        </pc:spChg>
        <pc:spChg chg="add mod">
          <ac:chgData name="Sterling Baird" userId="1357d663-a106-4039-a40d-6f81e26aaf4b" providerId="ADAL" clId="{735F2C14-54F5-481E-BAD5-87514A27FEF5}" dt="2026-06-24T13:37:46.648" v="351" actId="1037"/>
          <ac:spMkLst>
            <pc:docMk/>
            <pc:sldMk cId="2805867118" sldId="7119"/>
            <ac:spMk id="9" creationId="{B98B9D9C-B914-6053-4F35-35E0BC3A31DE}"/>
          </ac:spMkLst>
        </pc:spChg>
        <pc:spChg chg="add mod">
          <ac:chgData name="Sterling Baird" userId="1357d663-a106-4039-a40d-6f81e26aaf4b" providerId="ADAL" clId="{735F2C14-54F5-481E-BAD5-87514A27FEF5}" dt="2026-06-24T13:37:46.648" v="351" actId="1037"/>
          <ac:spMkLst>
            <pc:docMk/>
            <pc:sldMk cId="2805867118" sldId="7119"/>
            <ac:spMk id="10" creationId="{1FDDC8B4-FC35-4A49-BC79-27D04ADB327E}"/>
          </ac:spMkLst>
        </pc:spChg>
        <pc:spChg chg="mod">
          <ac:chgData name="Sterling Baird" userId="1357d663-a106-4039-a40d-6f81e26aaf4b" providerId="ADAL" clId="{735F2C14-54F5-481E-BAD5-87514A27FEF5}" dt="2026-06-24T13:36:41.599" v="223" actId="1035"/>
          <ac:spMkLst>
            <pc:docMk/>
            <pc:sldMk cId="2805867118" sldId="7119"/>
            <ac:spMk id="60" creationId="{4CD224B1-213E-2D92-0085-9A3174D86334}"/>
          </ac:spMkLst>
        </pc:spChg>
        <pc:spChg chg="mod">
          <ac:chgData name="Sterling Baird" userId="1357d663-a106-4039-a40d-6f81e26aaf4b" providerId="ADAL" clId="{735F2C14-54F5-481E-BAD5-87514A27FEF5}" dt="2026-06-24T13:36:41.599" v="223" actId="1035"/>
          <ac:spMkLst>
            <pc:docMk/>
            <pc:sldMk cId="2805867118" sldId="7119"/>
            <ac:spMk id="61" creationId="{7B4A1530-355B-FAB2-540E-43696E9177D7}"/>
          </ac:spMkLst>
        </pc:spChg>
        <pc:spChg chg="mod">
          <ac:chgData name="Sterling Baird" userId="1357d663-a106-4039-a40d-6f81e26aaf4b" providerId="ADAL" clId="{735F2C14-54F5-481E-BAD5-87514A27FEF5}" dt="2026-06-24T13:36:41.599" v="223" actId="1035"/>
          <ac:spMkLst>
            <pc:docMk/>
            <pc:sldMk cId="2805867118" sldId="7119"/>
            <ac:spMk id="62" creationId="{08FCC721-D186-A92D-3E52-FC913598D12C}"/>
          </ac:spMkLst>
        </pc:spChg>
        <pc:spChg chg="mod">
          <ac:chgData name="Sterling Baird" userId="1357d663-a106-4039-a40d-6f81e26aaf4b" providerId="ADAL" clId="{735F2C14-54F5-481E-BAD5-87514A27FEF5}" dt="2026-06-24T13:36:41.599" v="223" actId="1035"/>
          <ac:spMkLst>
            <pc:docMk/>
            <pc:sldMk cId="2805867118" sldId="7119"/>
            <ac:spMk id="63" creationId="{5D64BC8C-4D49-BFC2-DCE0-0AC5E8592A7B}"/>
          </ac:spMkLst>
        </pc:spChg>
        <pc:picChg chg="mod">
          <ac:chgData name="Sterling Baird" userId="1357d663-a106-4039-a40d-6f81e26aaf4b" providerId="ADAL" clId="{735F2C14-54F5-481E-BAD5-87514A27FEF5}" dt="2026-06-24T13:37:39.080" v="318" actId="1076"/>
          <ac:picMkLst>
            <pc:docMk/>
            <pc:sldMk cId="2805867118" sldId="7119"/>
            <ac:picMk id="3" creationId="{4D9FB300-2576-BCD9-3FC1-A61F354FD31D}"/>
          </ac:picMkLst>
        </pc:picChg>
        <pc:picChg chg="mod">
          <ac:chgData name="Sterling Baird" userId="1357d663-a106-4039-a40d-6f81e26aaf4b" providerId="ADAL" clId="{735F2C14-54F5-481E-BAD5-87514A27FEF5}" dt="2026-06-24T13:36:42.882" v="234" actId="1035"/>
          <ac:picMkLst>
            <pc:docMk/>
            <pc:sldMk cId="2805867118" sldId="7119"/>
            <ac:picMk id="59" creationId="{0FB0D4D4-24C6-DBEE-9185-C599298B644B}"/>
          </ac:picMkLst>
        </pc:picChg>
        <pc:picChg chg="mod">
          <ac:chgData name="Sterling Baird" userId="1357d663-a106-4039-a40d-6f81e26aaf4b" providerId="ADAL" clId="{735F2C14-54F5-481E-BAD5-87514A27FEF5}" dt="2026-06-24T13:37:51.310" v="352" actId="554"/>
          <ac:picMkLst>
            <pc:docMk/>
            <pc:sldMk cId="2805867118" sldId="7119"/>
            <ac:picMk id="75" creationId="{644D989D-EBAE-0A16-DAB2-34A4FC7917AD}"/>
          </ac:picMkLst>
        </pc:picChg>
        <pc:picChg chg="mod">
          <ac:chgData name="Sterling Baird" userId="1357d663-a106-4039-a40d-6f81e26aaf4b" providerId="ADAL" clId="{735F2C14-54F5-481E-BAD5-87514A27FEF5}" dt="2026-06-24T13:37:51.310" v="352" actId="554"/>
          <ac:picMkLst>
            <pc:docMk/>
            <pc:sldMk cId="2805867118" sldId="7119"/>
            <ac:picMk id="76" creationId="{0631F7FD-7FE1-56EA-C677-0227A58C8F65}"/>
          </ac:picMkLst>
        </pc:picChg>
        <pc:picChg chg="mod">
          <ac:chgData name="Sterling Baird" userId="1357d663-a106-4039-a40d-6f81e26aaf4b" providerId="ADAL" clId="{735F2C14-54F5-481E-BAD5-87514A27FEF5}" dt="2026-06-24T13:37:56.683" v="353" actId="14100"/>
          <ac:picMkLst>
            <pc:docMk/>
            <pc:sldMk cId="2805867118" sldId="7119"/>
            <ac:picMk id="78" creationId="{CD53F5FF-43B1-3D35-F5F9-675424081DCA}"/>
          </ac:picMkLst>
        </pc:picChg>
        <pc:cxnChg chg="mod">
          <ac:chgData name="Sterling Baird" userId="1357d663-a106-4039-a40d-6f81e26aaf4b" providerId="ADAL" clId="{735F2C14-54F5-481E-BAD5-87514A27FEF5}" dt="2026-06-24T13:36:41.599" v="223" actId="1035"/>
          <ac:cxnSpMkLst>
            <pc:docMk/>
            <pc:sldMk cId="2805867118" sldId="7119"/>
            <ac:cxnSpMk id="65" creationId="{79D49986-0EB4-2CEB-EA68-EF6119FDFBF1}"/>
          </ac:cxnSpMkLst>
        </pc:cxnChg>
        <pc:cxnChg chg="mod">
          <ac:chgData name="Sterling Baird" userId="1357d663-a106-4039-a40d-6f81e26aaf4b" providerId="ADAL" clId="{735F2C14-54F5-481E-BAD5-87514A27FEF5}" dt="2026-06-24T13:36:41.599" v="223" actId="1035"/>
          <ac:cxnSpMkLst>
            <pc:docMk/>
            <pc:sldMk cId="2805867118" sldId="7119"/>
            <ac:cxnSpMk id="66" creationId="{0A56C350-7E72-137F-5842-5FE2467FB6F6}"/>
          </ac:cxnSpMkLst>
        </pc:cxnChg>
        <pc:cxnChg chg="mod">
          <ac:chgData name="Sterling Baird" userId="1357d663-a106-4039-a40d-6f81e26aaf4b" providerId="ADAL" clId="{735F2C14-54F5-481E-BAD5-87514A27FEF5}" dt="2026-06-24T13:36:41.599" v="223" actId="1035"/>
          <ac:cxnSpMkLst>
            <pc:docMk/>
            <pc:sldMk cId="2805867118" sldId="7119"/>
            <ac:cxnSpMk id="68" creationId="{56D2975F-8D99-7D0F-6666-0DF3D0738357}"/>
          </ac:cxnSpMkLst>
        </pc:cxnChg>
        <pc:cxnChg chg="mod">
          <ac:chgData name="Sterling Baird" userId="1357d663-a106-4039-a40d-6f81e26aaf4b" providerId="ADAL" clId="{735F2C14-54F5-481E-BAD5-87514A27FEF5}" dt="2026-06-24T13:36:41.599" v="223" actId="1035"/>
          <ac:cxnSpMkLst>
            <pc:docMk/>
            <pc:sldMk cId="2805867118" sldId="7119"/>
            <ac:cxnSpMk id="71" creationId="{A7F1F866-2A52-CBCC-1BF9-405184288603}"/>
          </ac:cxnSpMkLst>
        </pc:cxnChg>
      </pc:sldChg>
      <pc:sldChg chg="modTransition">
        <pc:chgData name="Sterling Baird" userId="1357d663-a106-4039-a40d-6f81e26aaf4b" providerId="ADAL" clId="{735F2C14-54F5-481E-BAD5-87514A27FEF5}" dt="2026-06-24T13:29:14.711" v="0"/>
        <pc:sldMkLst>
          <pc:docMk/>
          <pc:sldMk cId="1818836639" sldId="7120"/>
        </pc:sldMkLst>
      </pc:sldChg>
      <pc:sldChg chg="new del">
        <pc:chgData name="Sterling Baird" userId="1357d663-a106-4039-a40d-6f81e26aaf4b" providerId="ADAL" clId="{735F2C14-54F5-481E-BAD5-87514A27FEF5}" dt="2026-06-24T13:44:01.515" v="419" actId="47"/>
        <pc:sldMkLst>
          <pc:docMk/>
          <pc:sldMk cId="554109061" sldId="7121"/>
        </pc:sldMkLst>
      </pc:sldChg>
      <pc:sldChg chg="new del">
        <pc:chgData name="Sterling Baird" userId="1357d663-a106-4039-a40d-6f81e26aaf4b" providerId="ADAL" clId="{735F2C14-54F5-481E-BAD5-87514A27FEF5}" dt="2026-06-24T13:43:52.761" v="417" actId="47"/>
        <pc:sldMkLst>
          <pc:docMk/>
          <pc:sldMk cId="2001325191" sldId="7122"/>
        </pc:sldMkLst>
      </pc:sldChg>
      <pc:sldChg chg="new del">
        <pc:chgData name="Sterling Baird" userId="1357d663-a106-4039-a40d-6f81e26aaf4b" providerId="ADAL" clId="{735F2C14-54F5-481E-BAD5-87514A27FEF5}" dt="2026-06-24T13:43:29.436" v="415" actId="47"/>
        <pc:sldMkLst>
          <pc:docMk/>
          <pc:sldMk cId="266792208" sldId="7123"/>
        </pc:sldMkLst>
      </pc:sldChg>
      <pc:sldChg chg="add mod modShow">
        <pc:chgData name="Sterling Baird" userId="1357d663-a106-4039-a40d-6f81e26aaf4b" providerId="ADAL" clId="{735F2C14-54F5-481E-BAD5-87514A27FEF5}" dt="2026-06-24T13:43:31.320" v="416" actId="34476"/>
        <pc:sldMkLst>
          <pc:docMk/>
          <pc:sldMk cId="1633956864" sldId="7124"/>
        </pc:sldMkLst>
      </pc:sldChg>
      <pc:sldChg chg="addSp modSp new mod">
        <pc:chgData name="Sterling Baird" userId="1357d663-a106-4039-a40d-6f81e26aaf4b" providerId="ADAL" clId="{735F2C14-54F5-481E-BAD5-87514A27FEF5}" dt="2026-06-24T14:21:24.670" v="931" actId="20577"/>
        <pc:sldMkLst>
          <pc:docMk/>
          <pc:sldMk cId="1450443868" sldId="7125"/>
        </pc:sldMkLst>
        <pc:spChg chg="mod">
          <ac:chgData name="Sterling Baird" userId="1357d663-a106-4039-a40d-6f81e26aaf4b" providerId="ADAL" clId="{735F2C14-54F5-481E-BAD5-87514A27FEF5}" dt="2026-06-24T14:21:24.670" v="931" actId="20577"/>
          <ac:spMkLst>
            <pc:docMk/>
            <pc:sldMk cId="1450443868" sldId="7125"/>
            <ac:spMk id="2" creationId="{4D099C33-DEF5-F746-8A54-2A03FCE86B09}"/>
          </ac:spMkLst>
        </pc:spChg>
        <pc:spChg chg="add">
          <ac:chgData name="Sterling Baird" userId="1357d663-a106-4039-a40d-6f81e26aaf4b" providerId="ADAL" clId="{735F2C14-54F5-481E-BAD5-87514A27FEF5}" dt="2026-06-24T13:46:11.928" v="546" actId="22"/>
          <ac:spMkLst>
            <pc:docMk/>
            <pc:sldMk cId="1450443868" sldId="7125"/>
            <ac:spMk id="6" creationId="{161A112B-7C51-1BA1-D618-8032E1403DF5}"/>
          </ac:spMkLst>
        </pc:spChg>
        <pc:picChg chg="add mod">
          <ac:chgData name="Sterling Baird" userId="1357d663-a106-4039-a40d-6f81e26aaf4b" providerId="ADAL" clId="{735F2C14-54F5-481E-BAD5-87514A27FEF5}" dt="2026-06-24T13:45:46.109" v="545" actId="1076"/>
          <ac:picMkLst>
            <pc:docMk/>
            <pc:sldMk cId="1450443868" sldId="7125"/>
            <ac:picMk id="4" creationId="{2F7D6011-3880-16BD-E3E3-C2C1ABDDA630}"/>
          </ac:picMkLst>
        </pc:picChg>
      </pc:sldChg>
      <pc:sldChg chg="delSp new mod chgLayout">
        <pc:chgData name="Sterling Baird" userId="1357d663-a106-4039-a40d-6f81e26aaf4b" providerId="ADAL" clId="{735F2C14-54F5-481E-BAD5-87514A27FEF5}" dt="2026-06-24T13:48:06.167" v="548" actId="700"/>
        <pc:sldMkLst>
          <pc:docMk/>
          <pc:sldMk cId="3308778072" sldId="7126"/>
        </pc:sldMkLst>
        <pc:spChg chg="del">
          <ac:chgData name="Sterling Baird" userId="1357d663-a106-4039-a40d-6f81e26aaf4b" providerId="ADAL" clId="{735F2C14-54F5-481E-BAD5-87514A27FEF5}" dt="2026-06-24T13:48:06.167" v="548" actId="700"/>
          <ac:spMkLst>
            <pc:docMk/>
            <pc:sldMk cId="3308778072" sldId="7126"/>
            <ac:spMk id="2" creationId="{62953007-2C9A-5657-C5FA-85FAA2CBDED6}"/>
          </ac:spMkLst>
        </pc:spChg>
      </pc:sldChg>
      <pc:sldChg chg="add">
        <pc:chgData name="Sterling Baird" userId="1357d663-a106-4039-a40d-6f81e26aaf4b" providerId="ADAL" clId="{735F2C14-54F5-481E-BAD5-87514A27FEF5}" dt="2026-06-24T14:08:00.330" v="747"/>
        <pc:sldMkLst>
          <pc:docMk/>
          <pc:sldMk cId="369737950" sldId="7127"/>
        </pc:sldMkLst>
      </pc:sldChg>
      <pc:sldChg chg="new del">
        <pc:chgData name="Sterling Baird" userId="1357d663-a106-4039-a40d-6f81e26aaf4b" providerId="ADAL" clId="{735F2C14-54F5-481E-BAD5-87514A27FEF5}" dt="2026-06-24T14:07:09.938" v="695" actId="47"/>
        <pc:sldMkLst>
          <pc:docMk/>
          <pc:sldMk cId="1926865916" sldId="7127"/>
        </pc:sldMkLst>
      </pc:sldChg>
      <pc:sldChg chg="new del">
        <pc:chgData name="Sterling Baird" userId="1357d663-a106-4039-a40d-6f81e26aaf4b" providerId="ADAL" clId="{735F2C14-54F5-481E-BAD5-87514A27FEF5}" dt="2026-06-24T13:51:54.729" v="692" actId="47"/>
        <pc:sldMkLst>
          <pc:docMk/>
          <pc:sldMk cId="2109340955" sldId="7127"/>
        </pc:sldMkLst>
      </pc:sldChg>
      <pc:sldChg chg="new del">
        <pc:chgData name="Sterling Baird" userId="1357d663-a106-4039-a40d-6f81e26aaf4b" providerId="ADAL" clId="{735F2C14-54F5-481E-BAD5-87514A27FEF5}" dt="2026-06-24T13:51:23.955" v="688" actId="47"/>
        <pc:sldMkLst>
          <pc:docMk/>
          <pc:sldMk cId="4023702566" sldId="7127"/>
        </pc:sldMkLst>
      </pc:sldChg>
      <pc:sldChg chg="addSp modSp new mod chgLayout">
        <pc:chgData name="Sterling Baird" userId="1357d663-a106-4039-a40d-6f81e26aaf4b" providerId="ADAL" clId="{735F2C14-54F5-481E-BAD5-87514A27FEF5}" dt="2026-06-24T14:10:05.657" v="905" actId="20577"/>
        <pc:sldMkLst>
          <pc:docMk/>
          <pc:sldMk cId="709885847" sldId="7128"/>
        </pc:sldMkLst>
        <pc:spChg chg="add mod">
          <ac:chgData name="Sterling Baird" userId="1357d663-a106-4039-a40d-6f81e26aaf4b" providerId="ADAL" clId="{735F2C14-54F5-481E-BAD5-87514A27FEF5}" dt="2026-06-24T14:10:05.657" v="905" actId="20577"/>
          <ac:spMkLst>
            <pc:docMk/>
            <pc:sldMk cId="709885847" sldId="7128"/>
            <ac:spMk id="2" creationId="{5C0CCAA4-52F0-6844-90D7-D55509730E7B}"/>
          </ac:spMkLst>
        </pc:spChg>
      </pc:sldChg>
      <pc:sldChg chg="add del">
        <pc:chgData name="Sterling Baird" userId="1357d663-a106-4039-a40d-6f81e26aaf4b" providerId="ADAL" clId="{735F2C14-54F5-481E-BAD5-87514A27FEF5}" dt="2026-06-24T14:07:57.747" v="746" actId="47"/>
        <pc:sldMkLst>
          <pc:docMk/>
          <pc:sldMk cId="1813081872" sldId="7128"/>
        </pc:sldMkLst>
      </pc:sldChg>
      <pc:sldMasterChg chg="modSp mod modSldLayout">
        <pc:chgData name="Sterling Baird" userId="1357d663-a106-4039-a40d-6f81e26aaf4b" providerId="ADAL" clId="{735F2C14-54F5-481E-BAD5-87514A27FEF5}" dt="2026-06-24T14:24:42.760" v="1059" actId="20577"/>
        <pc:sldMasterMkLst>
          <pc:docMk/>
          <pc:sldMasterMk cId="2291614398" sldId="2147483660"/>
        </pc:sldMasterMkLst>
        <pc:spChg chg="mod">
          <ac:chgData name="Sterling Baird" userId="1357d663-a106-4039-a40d-6f81e26aaf4b" providerId="ADAL" clId="{735F2C14-54F5-481E-BAD5-87514A27FEF5}" dt="2026-06-24T14:24:42.760" v="1059" actId="20577"/>
          <ac:spMkLst>
            <pc:docMk/>
            <pc:sldMasterMk cId="2291614398" sldId="2147483660"/>
            <ac:spMk id="7" creationId="{A4B39215-C2C8-07F3-B45C-B365654D7D41}"/>
          </ac:spMkLst>
        </pc:spChg>
        <pc:sldLayoutChg chg="modSp mod">
          <pc:chgData name="Sterling Baird" userId="1357d663-a106-4039-a40d-6f81e26aaf4b" providerId="ADAL" clId="{735F2C14-54F5-481E-BAD5-87514A27FEF5}" dt="2026-06-24T14:23:28.701" v="975" actId="1036"/>
          <pc:sldLayoutMkLst>
            <pc:docMk/>
            <pc:sldMasterMk cId="2291614398" sldId="2147483660"/>
            <pc:sldLayoutMk cId="3175942155" sldId="2147483661"/>
          </pc:sldLayoutMkLst>
          <pc:spChg chg="mod">
            <ac:chgData name="Sterling Baird" userId="1357d663-a106-4039-a40d-6f81e26aaf4b" providerId="ADAL" clId="{735F2C14-54F5-481E-BAD5-87514A27FEF5}" dt="2026-06-24T14:23:28.701" v="975" actId="1036"/>
            <ac:spMkLst>
              <pc:docMk/>
              <pc:sldMasterMk cId="2291614398" sldId="2147483660"/>
              <pc:sldLayoutMk cId="3175942155" sldId="2147483661"/>
              <ac:spMk id="21" creationId="{BD9820D7-ABD3-C4B8-4D0B-3E0482A1D432}"/>
            </ac:spMkLst>
          </pc:s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8" creationId="{375EF57F-E591-90D4-2C14-1C5E9AE6B18A}"/>
            </ac:grpSpMkLst>
          </pc:gr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25" creationId="{83C36B8C-129E-58C6-AB18-54AB7894F04A}"/>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WITH SOUND ON. Seven seconds, real time, whole room. The bang is the point: it tells the audience how violent a millisecond-scale event this is before any plot appears. Then say the standard condition out loud — 60 in onto the same felt stack every time, repeated per specimen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slide, ten seconds. Say the mitigation out loud: painted manual supports and a 0.4 mm tip cut removal time, and automating this step is exactly what stands between us and a self-driving lab. Do not over-dwell; it is a caveat, not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line: twenty-odd minutes of printing and no assembly step is what makes a design-per-day loop possible at all. Play it once, silently.</a:t>
            </a:r>
          </a:p>
          <a:p/>
          <a:p>
            <a:r>
              <a:t>Pulled from our own YouTube channel through the lab Raspberry Pi — the CI runner is bot-blocked by YouTube. Embedded here, so it needs no internet at the podium.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the moment multi-material printing appears — do not let the audience discover it in Q&amp;A. Pair it with the path forward (issue #87 pre-tensioning) so it reads as scope, not weakness.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motivation-to-gap transition. Do not read the columns; point left, point right,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ten seconds. The point is not a literature review; it is that the design step is still manual everywhere.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argument Sterling asked for: the same hardware takes the next drop. It is also why our own campaign can re-test a specimen instead of consuming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talk slide. Built by presentation/build_supplement_deck.py.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Play the clip silently, say nothing for the first five seconds. Then the scope line: a printed PLA-TPU T3 prism is our proxy for developing the workflow, not flight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first beat. Play the whole 35 s with the sound up and stay quiet — the narration does the teaching, and the 2D model is the fastest way to make the mechanism obvious to anyone who has never seen a tensegrity.</a:t>
            </a:r>
          </a:p>
          <a:p/>
          <a:p>
            <a:r>
              <a:t>Watch for: the model standing with nothing glued or hinged; the push; the spring back. That elastic return is the whole reason a tensegrity is interesting as an energy absorber.</a:t>
            </a:r>
          </a:p>
          <a:p/>
          <a:p>
            <a:r>
              <a:t>The earlier 18 s silent crop cut the push-and-recovery off the end, which threw away the part that teaches. Source: the Box folder shared on PR #84.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second beat. Freeze the model and name the parts, so the vocabulary is in place before the tensegrity-inspired caveat later on.</a:t>
            </a:r>
          </a:p>
          <a:p/>
          <a:p>
            <a:r>
              <a:t>Say: this is why a tensegrity can be light and still stiff — no member ever sees a bending moment, and the cables set the stiffness. It is also why the geometry matters so much: change a strut length or a cable pre-tension and the whole response changes, which is what makes it an optimization problem.</a:t>
            </a:r>
          </a:p>
          <a:p/>
          <a:p>
            <a:r>
              <a:t>This is the mechanism visual the mock audience said the grad student needed in order to tell a tensegrity from a lattice.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ONE WITH SOUND — the audio is the slide. He holds a tensegrity baby toy, says they are made as baby toys because they are almost impossible to break, throws it at the floor, and lands on “hey, that's a landing robot.” Say nothing over it; pick up with our own version of that idea. He reaches “planetary landers” verbatim a few seconds later in the source video if you ever want the longer cut (24.5-31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primarily because we are almost always in a very low data regime with high-dimensional search spaces. You'll get a funny look or a curt remark from a reviewer if you try to train a neural network on a few dozen points. These tend to overfit and have poor uncertainty quantification. Bayesian optimization, on the other hand, is incredibly good at quantifying uncertainty and balancing exploration of new designs with fine-tuning existing ones.</a:t>
            </a:r>
          </a:p>
        </p:txBody>
      </p:sp>
    </p:spTree>
    <p:extLst>
      <p:ext uri="{BB962C8B-B14F-4D97-AF65-F5344CB8AC3E}">
        <p14:creationId xmlns:p14="http://schemas.microsoft.com/office/powerpoint/2010/main" val="4114992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5BBD7-1433-42DD-EEC8-F13F1ECB5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D172A-2707-67E9-2F19-9B52899A3A1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2DA407-8EEF-32A3-9F01-FA383B1452F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F9C606-941C-5A92-EE3C-AB35BE43AC6A}"/>
              </a:ext>
            </a:extLst>
          </p:cNvPr>
          <p:cNvSpPr>
            <a:spLocks noGrp="1"/>
          </p:cNvSpPr>
          <p:nvPr>
            <p:ph type="sldNum" sz="quarter" idx="5"/>
          </p:nvPr>
        </p:nvSpPr>
        <p:spPr/>
        <p:txBody>
          <a:bodyPr/>
          <a:lstStyle/>
          <a:p>
            <a:fld id="{20B8E613-6EB0-43E5-9502-7642561283AE}" type="slidenum">
              <a:rPr lang="en-US" smtClean="0"/>
              <a:t>23</a:t>
            </a:fld>
            <a:endParaRPr lang="en-US"/>
          </a:p>
        </p:txBody>
      </p:sp>
    </p:spTree>
    <p:extLst>
      <p:ext uri="{BB962C8B-B14F-4D97-AF65-F5344CB8AC3E}">
        <p14:creationId xmlns:p14="http://schemas.microsoft.com/office/powerpoint/2010/main" val="1367324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01CC-8178-13DE-657E-33F7D9B50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20ECB-AE02-D378-80A1-72C95A89536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FF9B563-7A95-8902-C089-1E4EDADE7832}"/>
              </a:ext>
            </a:extLst>
          </p:cNvPr>
          <p:cNvSpPr>
            <a:spLocks noGrp="1"/>
          </p:cNvSpPr>
          <p:nvPr>
            <p:ph type="body" idx="1"/>
          </p:nvPr>
        </p:nvSpPr>
        <p:spPr/>
        <p:txBody>
          <a:bodyPr/>
          <a:lstStyle/>
          <a:p>
            <a:r>
              <a:rPr lang="en-US"/>
              <a:t>Wave my magic wand to rearrange the text</a:t>
            </a:r>
          </a:p>
        </p:txBody>
      </p:sp>
      <p:sp>
        <p:nvSpPr>
          <p:cNvPr id="4" name="Slide Number Placeholder 3">
            <a:extLst>
              <a:ext uri="{FF2B5EF4-FFF2-40B4-BE49-F238E27FC236}">
                <a16:creationId xmlns:a16="http://schemas.microsoft.com/office/drawing/2014/main" id="{010A869B-09C0-BEF7-E997-AA1AE1CE19F1}"/>
              </a:ext>
            </a:extLst>
          </p:cNvPr>
          <p:cNvSpPr>
            <a:spLocks noGrp="1"/>
          </p:cNvSpPr>
          <p:nvPr>
            <p:ph type="sldNum" sz="quarter" idx="5"/>
          </p:nvPr>
        </p:nvSpPr>
        <p:spPr/>
        <p:txBody>
          <a:bodyPr/>
          <a:lstStyle/>
          <a:p>
            <a:fld id="{20B8E613-6EB0-43E5-9502-7642561283AE}" type="slidenum">
              <a:rPr lang="en-US" smtClean="0"/>
              <a:t>24</a:t>
            </a:fld>
            <a:endParaRPr lang="en-US"/>
          </a:p>
        </p:txBody>
      </p:sp>
    </p:spTree>
    <p:extLst>
      <p:ext uri="{BB962C8B-B14F-4D97-AF65-F5344CB8AC3E}">
        <p14:creationId xmlns:p14="http://schemas.microsoft.com/office/powerpoint/2010/main" val="1957227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E6E9-ABF5-A326-ACA1-CE5CDD24E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93E20F-D3EC-F99E-D5E4-95E5D345D50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6B7608D-1489-9019-4BE6-4A96643F85D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87A911-6209-9BD8-117C-2C236C440BA9}"/>
              </a:ext>
            </a:extLst>
          </p:cNvPr>
          <p:cNvSpPr>
            <a:spLocks noGrp="1"/>
          </p:cNvSpPr>
          <p:nvPr>
            <p:ph type="sldNum" sz="quarter" idx="5"/>
          </p:nvPr>
        </p:nvSpPr>
        <p:spPr/>
        <p:txBody>
          <a:bodyPr/>
          <a:lstStyle/>
          <a:p>
            <a:fld id="{20B8E613-6EB0-43E5-9502-7642561283AE}" type="slidenum">
              <a:rPr lang="en-US" smtClean="0"/>
              <a:t>25</a:t>
            </a:fld>
            <a:endParaRPr lang="en-US"/>
          </a:p>
        </p:txBody>
      </p:sp>
    </p:spTree>
    <p:extLst>
      <p:ext uri="{BB962C8B-B14F-4D97-AF65-F5344CB8AC3E}">
        <p14:creationId xmlns:p14="http://schemas.microsoft.com/office/powerpoint/2010/main" val="4210702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9A30E-D413-BA5A-9E79-94883EECB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BA906-8F1B-B5B6-B287-58A406C28DA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7A08F01-3175-DA4E-E7E6-8361D86ED6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9199F52-F844-C467-E26F-FF1893ACCE4C}"/>
              </a:ext>
            </a:extLst>
          </p:cNvPr>
          <p:cNvSpPr>
            <a:spLocks noGrp="1"/>
          </p:cNvSpPr>
          <p:nvPr>
            <p:ph type="sldNum" sz="quarter" idx="5"/>
          </p:nvPr>
        </p:nvSpPr>
        <p:spPr/>
        <p:txBody>
          <a:bodyPr/>
          <a:lstStyle/>
          <a:p>
            <a:fld id="{20B8E613-6EB0-43E5-9502-7642561283AE}" type="slidenum">
              <a:rPr lang="en-US" smtClean="0"/>
              <a:t>26</a:t>
            </a:fld>
            <a:endParaRPr lang="en-US"/>
          </a:p>
        </p:txBody>
      </p:sp>
    </p:spTree>
    <p:extLst>
      <p:ext uri="{BB962C8B-B14F-4D97-AF65-F5344CB8AC3E}">
        <p14:creationId xmlns:p14="http://schemas.microsoft.com/office/powerpoint/2010/main" val="21789021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6ADB9-7235-EE30-5B4E-A9CEEA1FC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DFF7BC-9696-EA59-3587-61FA359473C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8AED2B-E053-329F-020F-DC1EAE3B73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74CCDF-64CE-461E-413E-C58BEEAC5101}"/>
              </a:ext>
            </a:extLst>
          </p:cNvPr>
          <p:cNvSpPr>
            <a:spLocks noGrp="1"/>
          </p:cNvSpPr>
          <p:nvPr>
            <p:ph type="sldNum" sz="quarter" idx="5"/>
          </p:nvPr>
        </p:nvSpPr>
        <p:spPr/>
        <p:txBody>
          <a:bodyPr/>
          <a:lstStyle/>
          <a:p>
            <a:fld id="{20B8E613-6EB0-43E5-9502-7642561283AE}" type="slidenum">
              <a:rPr lang="en-US" smtClean="0"/>
              <a:t>27</a:t>
            </a:fld>
            <a:endParaRPr lang="en-US"/>
          </a:p>
        </p:txBody>
      </p:sp>
    </p:spTree>
    <p:extLst>
      <p:ext uri="{BB962C8B-B14F-4D97-AF65-F5344CB8AC3E}">
        <p14:creationId xmlns:p14="http://schemas.microsoft.com/office/powerpoint/2010/main" val="1248255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2419E-90EE-3C83-F23D-505880CCC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9258-16C5-0127-B16D-F9F617A71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231A5-C34C-F164-C646-4B5AAC867670}"/>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850624B-B738-CF41-A3F2-58E37202AC34}"/>
              </a:ext>
            </a:extLst>
          </p:cNvPr>
          <p:cNvSpPr>
            <a:spLocks noGrp="1"/>
          </p:cNvSpPr>
          <p:nvPr>
            <p:ph type="sldNum" sz="quarter" idx="5"/>
          </p:nvPr>
        </p:nvSpPr>
        <p:spPr/>
        <p:txBody>
          <a:bodyPr/>
          <a:lstStyle/>
          <a:p>
            <a:fld id="{39D78946-74E4-48DD-BAA3-F5D0512AC9D6}" type="slidenum">
              <a:rPr lang="en-CA" smtClean="0"/>
              <a:t>28</a:t>
            </a:fld>
            <a:endParaRPr lang="en-CA"/>
          </a:p>
        </p:txBody>
      </p:sp>
    </p:spTree>
    <p:extLst>
      <p:ext uri="{BB962C8B-B14F-4D97-AF65-F5344CB8AC3E}">
        <p14:creationId xmlns:p14="http://schemas.microsoft.com/office/powerpoint/2010/main" val="891486902"/>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with sound. Roughly eight times slower than real time (1.6 s of descent for a fall that takes under 0.26 s), which is the usual 240 fps phone mode. This is the cheap instrument and it earned its place: phone slow-mo is how we caught the specimen lifting off the base plate on the bungee-assisted tower, and how we caught the accelerometer coming loose. It sets up the next two slides, which say what the fast camera is and is not for.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it once, silently, and talk about what they can see: it bounces, and it comes back intact. That is the reusability argument in our own data.</a:t>
            </a:r>
          </a:p>
          <a:p/>
          <a:p>
            <a:r>
              <a:t>PRESENTER-ONLY, do not volunteer: one frame is 1.04 ms, so the 1.6 ms deceleration itself spans 1-2 frames — the accelerometer is what measures the pulse. Resolving compression *during* the pulse would need &gt;=5000 fps DIC (docs/drop-test-prc1kn-video-analysis.md, section 3). Only bring this up if someone asks what the camera can resolve.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claim made with our own data instead of NASA's, and it is squarely in the post-pulse regime the previous slide said the camera owns. Snap-back at ~0.7x impact speed with visibly intact specimens is in the 60in-5felts video writeup. Say it plainly: a crushable absorber would not do this, and it is why one specimen can serve many drops in the campaign.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in one sentence: entry, contact, turnaround, rebound, brake catch, hold. What it proves is rig physics and specimen integrity — one shock per drop, no plastic deformation, and the anti-rebound brake catching 150 mm above the stack.</a:t>
            </a:r>
          </a:p>
          <a:p/>
          <a:p>
            <a:r>
              <a:t>PRESENTER-ONLY: contact and turnaround are adjacent frames, so do not claim the montage resolves the deceleration itself.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the video tells us how much of the drop comes back, the accelerometer tells us what the payload felt. The coefficient of restitution 0.45 is a free reusability metric — it needs no pixel scale.</a:t>
            </a:r>
          </a:p>
          <a:p/>
          <a:p>
            <a:r>
              <a:t>PRESENTER-ONLY: the objectives come from the accelerometer, not the video. And do not say the two instruments 'agree on the same drop' — the prc1kn videos were shot ~5.5 h before that DAQ campaign, so drop-level pairing is not possible (docs/drop-test-prc1kn-video-analysis.md).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photo of the tower here before the talk if one is available; the text is a stand-in, not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explain the filter classes. Say: raw data ring at mounting resonance, the standard filter removes it, and what survives is the objective function.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issue #94 directly: this is the black box opened. Four steps, one sentence each. The only judgement calls are step 2 and step 3 — and both of them bit us, which is the next few slides.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issue #94. CFC-180 is a 300 Hz corner, CFC-1000 is 1650 Hz — the number in the class name times 1.65. Neither is more correct; CFC-180 is the automotive-crash convention for what a body feels, CFC-1000 keeps the structural ringing we need to hear the specimen. That is why our tables report both, and why moving between them changed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version of the answer to Sterling's question in #94. We did not abandon CFC-180; we stopped using it as the only band, because at a 300 Hz corner the specimen's own mode is filtered away and every design looks alike. If asked which one feeds the optimizer: the constraint is CFC-180, the discrimination diagnostics are CFC-1000.</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challenge slide Sterling asked to intersperse. It buys enormous credibility: we found our own error, and the cross-check is now routine.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credibility slide, and it is the direct answer to issue #94's “we would like to spot-check you.” Deliver it without drama: we asked for the analysis to be attacked, four of our grounds fell, we marked the document superseded rather than quietly patching it. If a reviewer asks what else it touched: two sibling analyses share the baseline, both flagged for re-run.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Q&amp;A, and the place to put the Colab link once the tutorial notebook from issue #94 exists. The spoken version is one sentence: nothing here is a black box you have to take on trust.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Marcus Madsen</a:t>
            </a:r>
            <a:br>
              <a:rPr lang="en-CA" sz="2000" dirty="0"/>
            </a:br>
            <a:r>
              <a:rPr lang="en-CA" sz="2000" dirty="0"/>
              <a:t>Research Assistant</a:t>
            </a:r>
          </a:p>
          <a:p>
            <a:pPr algn="ctr"/>
            <a:endParaRPr lang="en-CA" sz="2000" dirty="0"/>
          </a:p>
          <a:p>
            <a:pPr algn="ctr"/>
            <a:endParaRPr lang="en-CA" sz="2000" dirty="0"/>
          </a:p>
          <a:p>
            <a:pPr algn="ctr"/>
            <a:endParaRPr lang="en-CA" sz="2000" dirty="0"/>
          </a:p>
          <a:p>
            <a:pPr algn="ctr"/>
            <a:endParaRPr lang="en-CA" sz="2000" dirty="0"/>
          </a:p>
          <a:p>
            <a:pPr algn="ctr"/>
            <a:r>
              <a:rPr lang="en-CA" sz="2000" dirty="0"/>
              <a:t>ASME IDETC-CIE 2026</a:t>
            </a:r>
            <a:br>
              <a:rPr lang="en-CA" sz="2000" dirty="0"/>
            </a:br>
            <a:r>
              <a:rPr lang="en-CA" sz="2000" dirty="0">
                <a:solidFill>
                  <a:schemeClr val="bg1">
                    <a:lumMod val="50000"/>
                  </a:schemeClr>
                </a:solidFill>
              </a:rPr>
              <a:t>August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build better tensegrity structures</a:t>
            </a:r>
            <a:br>
              <a:rPr lang="en-CA" b="0" dirty="0"/>
            </a:br>
            <a:r>
              <a:rPr lang="en-CA" b="0" dirty="0"/>
              <a:t>	faster, using real drop-test data</a:t>
            </a:r>
            <a:br>
              <a:rPr lang="en-CA" b="0" dirty="0"/>
            </a:br>
            <a:r>
              <a:rPr lang="en-CA" b="0" dirty="0"/>
              <a:t>	</a:t>
            </a:r>
            <a:r>
              <a:rPr lang="en-CA" b="0" dirty="0">
                <a:solidFill>
                  <a:schemeClr val="bg1">
                    <a:lumMod val="50000"/>
                  </a:schemeClr>
                </a:solidFill>
              </a:rPr>
              <a:t>+ closed-loop BO and multi-material printing</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7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gif"/></Relationships>
</file>

<file path=ppt/slides/_rels/slide5.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560.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s>
</file>

<file path=ppt/slides/_rels/slide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44.png"/><Relationship Id="rId5" Type="http://schemas.openxmlformats.org/officeDocument/2006/relationships/image" Target="../media/image4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0.jpg"/><Relationship Id="rId5"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2.jpg"/><Relationship Id="rId5"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3.jpg"/><Relationship Id="rId5"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5.jpg"/><Relationship Id="rId5"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17.jpg"/><Relationship Id="rId5"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18.jpg"/><Relationship Id="rId5" Type="http://schemas.openxmlformats.org/officeDocument/2006/relationships/notesSlide" Target="../notesSlides/notesSlide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19.jpg"/><Relationship Id="rId5"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20.jpg"/><Relationship Id="rId5"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21.jpg"/><Relationship Id="rId5"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6869-50B4-993C-608D-8E60FEC80BFF}"/>
              </a:ext>
            </a:extLst>
          </p:cNvPr>
          <p:cNvSpPr>
            <a:spLocks noGrp="1"/>
          </p:cNvSpPr>
          <p:nvPr>
            <p:ph type="title"/>
          </p:nvPr>
        </p:nvSpPr>
        <p:spPr>
          <a:xfrm>
            <a:off x="385486" y="408953"/>
            <a:ext cx="11806514" cy="864035"/>
          </a:xfrm>
        </p:spPr>
        <p:txBody>
          <a:bodyPr/>
          <a:lstStyle/>
          <a:p>
            <a:r>
              <a:rPr lang="en-US" dirty="0"/>
              <a:t>Bayesian optimization is a machine learning technique</a:t>
            </a:r>
            <a:br>
              <a:rPr lang="en-US" dirty="0"/>
            </a:br>
            <a:r>
              <a:rPr lang="en-US" dirty="0"/>
              <a:t>that works well in the limit of low data and many variables</a:t>
            </a:r>
            <a:endParaRPr lang="en-US" dirty="0">
              <a:solidFill>
                <a:schemeClr val="bg1">
                  <a:lumMod val="50000"/>
                </a:schemeClr>
              </a:solidFill>
            </a:endParaRPr>
          </a:p>
        </p:txBody>
      </p:sp>
      <p:grpSp>
        <p:nvGrpSpPr>
          <p:cNvPr id="17" name="Group 16">
            <a:extLst>
              <a:ext uri="{FF2B5EF4-FFF2-40B4-BE49-F238E27FC236}">
                <a16:creationId xmlns:a16="http://schemas.microsoft.com/office/drawing/2014/main" id="{82C73928-660A-B64D-4700-08B21F485A9F}"/>
              </a:ext>
            </a:extLst>
          </p:cNvPr>
          <p:cNvGrpSpPr/>
          <p:nvPr/>
        </p:nvGrpSpPr>
        <p:grpSpPr>
          <a:xfrm>
            <a:off x="420477" y="2070138"/>
            <a:ext cx="11351045" cy="3310553"/>
            <a:chOff x="824975" y="2050876"/>
            <a:chExt cx="10351260" cy="3290730"/>
          </a:xfrm>
        </p:grpSpPr>
        <p:pic>
          <p:nvPicPr>
            <p:cNvPr id="4" name="Picture 3">
              <a:extLst>
                <a:ext uri="{FF2B5EF4-FFF2-40B4-BE49-F238E27FC236}">
                  <a16:creationId xmlns:a16="http://schemas.microsoft.com/office/drawing/2014/main" id="{565959F4-2273-0D6E-D9E3-0FBF72C57D93}"/>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3466C2F9-A955-34DA-95B2-D4CE55B92BDD}"/>
                </a:ext>
              </a:extLst>
            </p:cNvPr>
            <p:cNvGrpSpPr/>
            <p:nvPr/>
          </p:nvGrpSpPr>
          <p:grpSpPr>
            <a:xfrm>
              <a:off x="7076618" y="3095825"/>
              <a:ext cx="4099617" cy="1739022"/>
              <a:chOff x="8199415" y="2828691"/>
              <a:chExt cx="4093671" cy="1736500"/>
            </a:xfrm>
          </p:grpSpPr>
          <p:sp>
            <p:nvSpPr>
              <p:cNvPr id="6" name="Rectangle 5">
                <a:extLst>
                  <a:ext uri="{FF2B5EF4-FFF2-40B4-BE49-F238E27FC236}">
                    <a16:creationId xmlns:a16="http://schemas.microsoft.com/office/drawing/2014/main" id="{5C1E3BED-4197-634B-62C1-EA9AC956502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7" name="Arrow: Curved Left 6">
                <a:extLst>
                  <a:ext uri="{FF2B5EF4-FFF2-40B4-BE49-F238E27FC236}">
                    <a16:creationId xmlns:a16="http://schemas.microsoft.com/office/drawing/2014/main" id="{3A2A4884-65A7-EDDC-DFD7-4228C58D8734}"/>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8" name="Rectangle 7">
                <a:extLst>
                  <a:ext uri="{FF2B5EF4-FFF2-40B4-BE49-F238E27FC236}">
                    <a16:creationId xmlns:a16="http://schemas.microsoft.com/office/drawing/2014/main" id="{82998FA9-E88B-C4B9-135F-5C7109951400}"/>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9" name="Rectangle 8">
              <a:extLst>
                <a:ext uri="{FF2B5EF4-FFF2-40B4-BE49-F238E27FC236}">
                  <a16:creationId xmlns:a16="http://schemas.microsoft.com/office/drawing/2014/main" id="{B213BE88-68E6-677C-D890-9B474B9F832B}"/>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7FA9CA78-00AB-FCCE-DAC4-85CCDDC3F8D0}"/>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5188482B-EEEA-B739-39C5-D002E9D03C6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TextBox 11">
              <a:extLst>
                <a:ext uri="{FF2B5EF4-FFF2-40B4-BE49-F238E27FC236}">
                  <a16:creationId xmlns:a16="http://schemas.microsoft.com/office/drawing/2014/main" id="{E582AC2A-9B58-9EB1-5D86-54769A963B0D}"/>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3" name="TextBox 12">
              <a:extLst>
                <a:ext uri="{FF2B5EF4-FFF2-40B4-BE49-F238E27FC236}">
                  <a16:creationId xmlns:a16="http://schemas.microsoft.com/office/drawing/2014/main" id="{0923674E-E310-FFE1-4678-8E01E2009C62}"/>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6" name="TextBox 15">
            <a:extLst>
              <a:ext uri="{FF2B5EF4-FFF2-40B4-BE49-F238E27FC236}">
                <a16:creationId xmlns:a16="http://schemas.microsoft.com/office/drawing/2014/main" id="{4B5D8CFA-A3A1-0C96-AE7E-E06A4DAC5F46}"/>
              </a:ext>
            </a:extLst>
          </p:cNvPr>
          <p:cNvSpPr txBox="1"/>
          <p:nvPr/>
        </p:nvSpPr>
        <p:spPr>
          <a:xfrm>
            <a:off x="6419503" y="6177842"/>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0634421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4F00-BE05-346D-1882-1831EE6BB1BA}"/>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127B6865-4E8B-3101-A933-7CE564A8A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994" y="717287"/>
            <a:ext cx="10076033" cy="3803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E0D45AE-C676-6263-9BAB-C7EF338B3340}"/>
              </a:ext>
            </a:extLst>
          </p:cNvPr>
          <p:cNvSpPr>
            <a:spLocks noGrp="1"/>
          </p:cNvSpPr>
          <p:nvPr>
            <p:ph type="title"/>
          </p:nvPr>
        </p:nvSpPr>
        <p:spPr/>
        <p:txBody>
          <a:bodyPr/>
          <a:lstStyle/>
          <a:p>
            <a:r>
              <a:rPr lang="en-US" dirty="0"/>
              <a:t>A surrogate model predicts properties and quantifies uncertainty</a:t>
            </a:r>
          </a:p>
        </p:txBody>
      </p:sp>
    </p:spTree>
    <p:extLst>
      <p:ext uri="{BB962C8B-B14F-4D97-AF65-F5344CB8AC3E}">
        <p14:creationId xmlns:p14="http://schemas.microsoft.com/office/powerpoint/2010/main" val="544790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650AF-8CDF-FD92-6251-BBED1A568BF5}"/>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B4815B0A-7880-85D6-2B11-732D18DFAA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545" y="1184396"/>
            <a:ext cx="10020930"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73450-477C-7F64-2C37-C5B66D96FB6F}"/>
              </a:ext>
            </a:extLst>
          </p:cNvPr>
          <p:cNvSpPr>
            <a:spLocks noGrp="1"/>
          </p:cNvSpPr>
          <p:nvPr>
            <p:ph type="title"/>
          </p:nvPr>
        </p:nvSpPr>
        <p:spPr/>
        <p:txBody>
          <a:bodyPr/>
          <a:lstStyle/>
          <a:p>
            <a:r>
              <a:rPr lang="en-US"/>
              <a:t>The acquisition function guides how to select the next experiment</a:t>
            </a:r>
            <a:br>
              <a:rPr lang="en-US"/>
            </a:br>
            <a:r>
              <a:rPr lang="en-US">
                <a:solidFill>
                  <a:schemeClr val="bg1">
                    <a:lumMod val="50000"/>
                  </a:schemeClr>
                </a:solidFill>
              </a:rPr>
              <a:t>(in this case, neither the max predicted nor the max uncertainty)</a:t>
            </a:r>
          </a:p>
        </p:txBody>
      </p:sp>
    </p:spTree>
    <p:extLst>
      <p:ext uri="{BB962C8B-B14F-4D97-AF65-F5344CB8AC3E}">
        <p14:creationId xmlns:p14="http://schemas.microsoft.com/office/powerpoint/2010/main" val="8595407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4607A-BF15-C25A-2268-DCE7CA5E8547}"/>
            </a:ext>
          </a:extLst>
        </p:cNvPr>
        <p:cNvGrpSpPr/>
        <p:nvPr/>
      </p:nvGrpSpPr>
      <p:grpSpPr>
        <a:xfrm>
          <a:off x="0" y="0"/>
          <a:ext cx="0" cy="0"/>
          <a:chOff x="0" y="0"/>
          <a:chExt cx="0" cy="0"/>
        </a:xfrm>
      </p:grpSpPr>
      <p:pic>
        <p:nvPicPr>
          <p:cNvPr id="1030" name="Picture 6">
            <a:extLst>
              <a:ext uri="{FF2B5EF4-FFF2-40B4-BE49-F238E27FC236}">
                <a16:creationId xmlns:a16="http://schemas.microsoft.com/office/drawing/2014/main" id="{3355F00E-D9FE-2A33-2F8E-69B27FC5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243" y="1184396"/>
            <a:ext cx="10009123"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7FB26C6-588A-E5C6-2BAF-0D0C081FE202}"/>
              </a:ext>
            </a:extLst>
          </p:cNvPr>
          <p:cNvSpPr>
            <a:spLocks noGrp="1"/>
          </p:cNvSpPr>
          <p:nvPr>
            <p:ph type="title"/>
          </p:nvPr>
        </p:nvSpPr>
        <p:spPr/>
        <p:txBody>
          <a:bodyPr/>
          <a:lstStyle/>
          <a:p>
            <a:r>
              <a:rPr lang="en-US"/>
              <a:t>This Bayesian optimization loop continues iteratively</a:t>
            </a:r>
            <a:br>
              <a:rPr lang="en-US"/>
            </a:br>
            <a:r>
              <a:rPr lang="en-US">
                <a:solidFill>
                  <a:schemeClr val="bg1">
                    <a:lumMod val="50000"/>
                  </a:schemeClr>
                </a:solidFill>
              </a:rPr>
              <a:t>(1) add data, (2) fit surrogate model (3) optimize acquisition function</a:t>
            </a:r>
          </a:p>
        </p:txBody>
      </p:sp>
    </p:spTree>
    <p:extLst>
      <p:ext uri="{BB962C8B-B14F-4D97-AF65-F5344CB8AC3E}">
        <p14:creationId xmlns:p14="http://schemas.microsoft.com/office/powerpoint/2010/main" val="2319100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B20A8-28DF-D650-4520-5D23C629A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C3913-90EF-48DF-68C2-B1FB8AB34B75}"/>
              </a:ext>
            </a:extLst>
          </p:cNvPr>
          <p:cNvSpPr>
            <a:spLocks noGrp="1"/>
          </p:cNvSpPr>
          <p:nvPr>
            <p:ph type="title"/>
          </p:nvPr>
        </p:nvSpPr>
        <p:spPr>
          <a:xfrm>
            <a:off x="385486" y="408953"/>
            <a:ext cx="11421028" cy="864035"/>
          </a:xfrm>
        </p:spPr>
        <p:txBody>
          <a:bodyPr>
            <a:noAutofit/>
          </a:bodyPr>
          <a:lstStyle/>
          <a:p>
            <a:r>
              <a:rPr lang="en-US" sz="3600"/>
              <a:t>Real-world materials discovery tasks such as alloy design</a:t>
            </a:r>
            <a:br>
              <a:rPr lang="en-US" sz="3600"/>
            </a:br>
            <a:r>
              <a:rPr lang="en-US" sz="3600"/>
              <a:t>require more than “vanilla” optimization</a:t>
            </a:r>
          </a:p>
        </p:txBody>
      </p:sp>
      <p:pic>
        <p:nvPicPr>
          <p:cNvPr id="18" name="Picture 17" descr="Chart, histogram&#10;&#10;Description automatically generated">
            <a:extLst>
              <a:ext uri="{FF2B5EF4-FFF2-40B4-BE49-F238E27FC236}">
                <a16:creationId xmlns:a16="http://schemas.microsoft.com/office/drawing/2014/main" id="{E3DA36FB-D5F1-1149-0916-03F14D4C8E1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459330" y="4420085"/>
            <a:ext cx="2310314" cy="1732736"/>
          </a:xfrm>
          <a:prstGeom prst="rect">
            <a:avLst/>
          </a:prstGeom>
        </p:spPr>
      </p:pic>
      <p:grpSp>
        <p:nvGrpSpPr>
          <p:cNvPr id="6" name="Group 5">
            <a:extLst>
              <a:ext uri="{FF2B5EF4-FFF2-40B4-BE49-F238E27FC236}">
                <a16:creationId xmlns:a16="http://schemas.microsoft.com/office/drawing/2014/main" id="{4DD913B1-8876-234C-CE95-7DDD63EAA21D}"/>
              </a:ext>
            </a:extLst>
          </p:cNvPr>
          <p:cNvGrpSpPr/>
          <p:nvPr/>
        </p:nvGrpSpPr>
        <p:grpSpPr>
          <a:xfrm>
            <a:off x="2306762" y="3399176"/>
            <a:ext cx="5314177" cy="2657089"/>
            <a:chOff x="-122912" y="2448559"/>
            <a:chExt cx="6584333" cy="3292167"/>
          </a:xfrm>
        </p:grpSpPr>
        <p:pic>
          <p:nvPicPr>
            <p:cNvPr id="10" name="Picture 9" descr="Calendar&#10;&#10;Description automatically generated">
              <a:extLst>
                <a:ext uri="{FF2B5EF4-FFF2-40B4-BE49-F238E27FC236}">
                  <a16:creationId xmlns:a16="http://schemas.microsoft.com/office/drawing/2014/main" id="{4056665B-1A53-C619-C19E-8DDB5A5F4E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2912" y="2448559"/>
              <a:ext cx="6584333" cy="3292167"/>
            </a:xfrm>
            <a:prstGeom prst="rect">
              <a:avLst/>
            </a:prstGeom>
          </p:spPr>
        </p:pic>
        <p:sp>
          <p:nvSpPr>
            <p:cNvPr id="19" name="Rectangle 18">
              <a:extLst>
                <a:ext uri="{FF2B5EF4-FFF2-40B4-BE49-F238E27FC236}">
                  <a16:creationId xmlns:a16="http://schemas.microsoft.com/office/drawing/2014/main" id="{99BF3109-50D4-8769-43EA-62CFC7D6540C}"/>
                </a:ext>
              </a:extLst>
            </p:cNvPr>
            <p:cNvSpPr/>
            <p:nvPr/>
          </p:nvSpPr>
          <p:spPr>
            <a:xfrm>
              <a:off x="2716277" y="4518353"/>
              <a:ext cx="2152933" cy="400104"/>
            </a:xfrm>
            <a:prstGeom prst="rect">
              <a:avLst/>
            </a:prstGeom>
            <a:solidFill>
              <a:schemeClr val="bg1"/>
            </a:solidFill>
            <a:ln>
              <a:solidFill>
                <a:schemeClr val="tx1"/>
              </a:solidFill>
            </a:ln>
          </p:spPr>
          <p:txBody>
            <a:bodyPr wrap="none" lIns="73801" tIns="36900" rIns="73801" bIns="36900">
              <a:spAutoFit/>
            </a:bodyPr>
            <a:lstStyle/>
            <a:p>
              <a:r>
                <a:rPr lang="en-US" sz="1614">
                  <a:ln w="0"/>
                </a:rPr>
                <a:t>High-dimensional</a:t>
              </a: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ABB52D26-E6C2-C5E4-8E87-518358ECAEC9}"/>
                    </a:ext>
                  </a:extLst>
                </p:cNvPr>
                <p:cNvSpPr/>
                <p:nvPr/>
              </p:nvSpPr>
              <p:spPr>
                <a:xfrm>
                  <a:off x="590180" y="3004178"/>
                  <a:ext cx="3573158" cy="323281"/>
                </a:xfrm>
                <a:prstGeom prst="rect">
                  <a:avLst/>
                </a:prstGeom>
                <a:noFill/>
              </p:spPr>
              <p:txBody>
                <a:bodyPr wrap="square" lIns="73801" tIns="36900" rIns="73801" bIns="36900">
                  <a:spAutoFit/>
                </a:bodyPr>
                <a:lstStyle/>
                <a:p>
                  <a:pPr algn="ctr"/>
                  <a14:m>
                    <m:oMathPara xmlns:m="http://schemas.openxmlformats.org/officeDocument/2006/math">
                      <m:oMathParaPr>
                        <m:jc m:val="centerGroup"/>
                      </m:oMathParaPr>
                      <m:oMath xmlns:m="http://schemas.openxmlformats.org/officeDocument/2006/math">
                        <m:sSub>
                          <m:sSubPr>
                            <m:ctrlPr>
                              <a:rPr lang="en-US" sz="1131" i="1" smtClean="0">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Al</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Si</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Nb</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Sn</m:t>
                            </m:r>
                          </m:sub>
                        </m:sSub>
                        <m:r>
                          <a:rPr lang="en-US" sz="1131" i="1">
                            <a:ln w="0"/>
                            <a:effectLst/>
                            <a:latin typeface="Cambria Math" panose="02040503050406030204" pitchFamily="18" charset="0"/>
                          </a:rPr>
                          <m:t>=1.0</m:t>
                        </m:r>
                      </m:oMath>
                    </m:oMathPara>
                  </a14:m>
                  <a:endParaRPr lang="en-US" sz="1131">
                    <a:ln w="0"/>
                    <a:effectLst/>
                  </a:endParaRPr>
                </a:p>
              </p:txBody>
            </p:sp>
          </mc:Choice>
          <mc:Fallback xmlns="">
            <p:sp>
              <p:nvSpPr>
                <p:cNvPr id="21" name="Rectangle 20">
                  <a:extLst>
                    <a:ext uri="{FF2B5EF4-FFF2-40B4-BE49-F238E27FC236}">
                      <a16:creationId xmlns:a16="http://schemas.microsoft.com/office/drawing/2014/main" id="{9954A1FF-090A-5D73-6DA7-F21DCDB3B0E3}"/>
                    </a:ext>
                  </a:extLst>
                </p:cNvPr>
                <p:cNvSpPr>
                  <a:spLocks noRot="1" noChangeAspect="1" noMove="1" noResize="1" noEditPoints="1" noAdjustHandles="1" noChangeArrowheads="1" noChangeShapeType="1" noTextEdit="1"/>
                </p:cNvSpPr>
                <p:nvPr/>
              </p:nvSpPr>
              <p:spPr>
                <a:xfrm>
                  <a:off x="590180" y="3004178"/>
                  <a:ext cx="3573158" cy="323281"/>
                </a:xfrm>
                <a:prstGeom prst="rect">
                  <a:avLst/>
                </a:prstGeom>
                <a:blipFill>
                  <a:blip r:embed="rId6"/>
                  <a:stretch>
                    <a:fillRect b="-2326"/>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1988AD95-986D-121B-713C-D19B7703C392}"/>
                </a:ext>
              </a:extLst>
            </p:cNvPr>
            <p:cNvSpPr/>
            <p:nvPr/>
          </p:nvSpPr>
          <p:spPr>
            <a:xfrm>
              <a:off x="456520" y="2630103"/>
              <a:ext cx="3302108" cy="707876"/>
            </a:xfrm>
            <a:prstGeom prst="rect">
              <a:avLst/>
            </a:prstGeom>
            <a:solidFill>
              <a:schemeClr val="bg1"/>
            </a:solidFill>
            <a:ln>
              <a:solidFill>
                <a:schemeClr val="tx1"/>
              </a:solidFill>
            </a:ln>
          </p:spPr>
          <p:txBody>
            <a:bodyPr wrap="square" lIns="73801" tIns="36900" rIns="73801" bIns="36900">
              <a:spAutoFit/>
            </a:bodyPr>
            <a:lstStyle/>
            <a:p>
              <a:r>
                <a:rPr lang="en-US" sz="1614">
                  <a:ln w="0"/>
                </a:rPr>
                <a:t>Compositional Linear Constraint</a:t>
              </a:r>
            </a:p>
          </p:txBody>
        </p:sp>
      </p:grpSp>
      <p:pic>
        <p:nvPicPr>
          <p:cNvPr id="26" name="Picture 25" descr="Chart, bar chart, histogram&#10;&#10;Description automatically generated">
            <a:extLst>
              <a:ext uri="{FF2B5EF4-FFF2-40B4-BE49-F238E27FC236}">
                <a16:creationId xmlns:a16="http://schemas.microsoft.com/office/drawing/2014/main" id="{E4B1BE82-12F2-A664-D982-3D4B0D007061}"/>
              </a:ext>
            </a:extLst>
          </p:cNvPr>
          <p:cNvPicPr>
            <a:picLocks noChangeAspect="1"/>
          </p:cNvPicPr>
          <p:nvPr/>
        </p:nvPicPr>
        <p:blipFill rotWithShape="1">
          <a:blip r:embed="rId7">
            <a:extLst>
              <a:ext uri="{28A0092B-C50C-407E-A947-70E740481C1C}">
                <a14:useLocalDpi xmlns:a14="http://schemas.microsoft.com/office/drawing/2010/main" val="0"/>
              </a:ext>
            </a:extLst>
          </a:blip>
          <a:srcRect b="9867"/>
          <a:stretch/>
        </p:blipFill>
        <p:spPr>
          <a:xfrm>
            <a:off x="7615637" y="2246364"/>
            <a:ext cx="2100285" cy="1656415"/>
          </a:xfrm>
          <a:prstGeom prst="rect">
            <a:avLst/>
          </a:prstGeom>
        </p:spPr>
      </p:pic>
      <p:sp>
        <p:nvSpPr>
          <p:cNvPr id="27" name="Rectangle 26">
            <a:extLst>
              <a:ext uri="{FF2B5EF4-FFF2-40B4-BE49-F238E27FC236}">
                <a16:creationId xmlns:a16="http://schemas.microsoft.com/office/drawing/2014/main" id="{774EAC59-7E0E-1BB3-BD4F-3FD5016C0B8C}"/>
              </a:ext>
            </a:extLst>
          </p:cNvPr>
          <p:cNvSpPr/>
          <p:nvPr/>
        </p:nvSpPr>
        <p:spPr>
          <a:xfrm>
            <a:off x="7055410" y="1986044"/>
            <a:ext cx="2709706" cy="571323"/>
          </a:xfrm>
          <a:prstGeom prst="rect">
            <a:avLst/>
          </a:prstGeom>
          <a:solidFill>
            <a:schemeClr val="bg1"/>
          </a:solidFill>
          <a:ln>
            <a:solidFill>
              <a:schemeClr val="tx1"/>
            </a:solidFill>
          </a:ln>
        </p:spPr>
        <p:txBody>
          <a:bodyPr wrap="square" lIns="73801" tIns="36900" rIns="73801" bIns="36900">
            <a:spAutoFit/>
          </a:bodyPr>
          <a:lstStyle/>
          <a:p>
            <a:r>
              <a:rPr lang="en-US" sz="1614">
                <a:ln w="0"/>
              </a:rPr>
              <a:t>Mixed Continuous/Categorical</a:t>
            </a:r>
          </a:p>
        </p:txBody>
      </p:sp>
      <p:pic>
        <p:nvPicPr>
          <p:cNvPr id="1030" name="Picture 6" descr="Computational Materials Engineering - Thermo-Calc Software">
            <a:extLst>
              <a:ext uri="{FF2B5EF4-FFF2-40B4-BE49-F238E27FC236}">
                <a16:creationId xmlns:a16="http://schemas.microsoft.com/office/drawing/2014/main" id="{B294EDDE-F2FB-2556-242F-A848EB4198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0778" t="38165" r="30253" b="36306"/>
          <a:stretch/>
        </p:blipFill>
        <p:spPr bwMode="auto">
          <a:xfrm>
            <a:off x="2397378" y="2412098"/>
            <a:ext cx="1475805" cy="5075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nstron : Materials Testing Machines for Tensile, Fatigue, Impact, Rheology  and Structural Testing - Instron">
            <a:extLst>
              <a:ext uri="{FF2B5EF4-FFF2-40B4-BE49-F238E27FC236}">
                <a16:creationId xmlns:a16="http://schemas.microsoft.com/office/drawing/2014/main" id="{67BE8E45-EB0D-AE44-0AFB-39D13CA45C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6106" y="2976948"/>
            <a:ext cx="1422669" cy="311209"/>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0CF651-8049-A4FD-DDD5-548DB90698BA}"/>
              </a:ext>
            </a:extLst>
          </p:cNvPr>
          <p:cNvSpPr/>
          <p:nvPr/>
        </p:nvSpPr>
        <p:spPr>
          <a:xfrm>
            <a:off x="2399821" y="2056156"/>
            <a:ext cx="1264588" cy="322922"/>
          </a:xfrm>
          <a:prstGeom prst="rect">
            <a:avLst/>
          </a:prstGeom>
          <a:solidFill>
            <a:schemeClr val="bg1"/>
          </a:solidFill>
          <a:ln>
            <a:solidFill>
              <a:schemeClr val="tx1"/>
            </a:solidFill>
          </a:ln>
        </p:spPr>
        <p:txBody>
          <a:bodyPr wrap="square" lIns="73801" tIns="36900" rIns="73801" bIns="36900">
            <a:spAutoFit/>
          </a:bodyPr>
          <a:lstStyle/>
          <a:p>
            <a:r>
              <a:rPr lang="en-US" sz="1614">
                <a:ln w="0"/>
              </a:rPr>
              <a:t>Multi-task</a:t>
            </a:r>
          </a:p>
        </p:txBody>
      </p:sp>
      <p:grpSp>
        <p:nvGrpSpPr>
          <p:cNvPr id="5" name="Group 4">
            <a:extLst>
              <a:ext uri="{FF2B5EF4-FFF2-40B4-BE49-F238E27FC236}">
                <a16:creationId xmlns:a16="http://schemas.microsoft.com/office/drawing/2014/main" id="{538F1C21-112A-AB8D-CAB6-3E2D01D65EC9}"/>
              </a:ext>
            </a:extLst>
          </p:cNvPr>
          <p:cNvGrpSpPr/>
          <p:nvPr/>
        </p:nvGrpSpPr>
        <p:grpSpPr>
          <a:xfrm>
            <a:off x="4029921" y="1942577"/>
            <a:ext cx="3041440" cy="1538601"/>
            <a:chOff x="1812275" y="643806"/>
            <a:chExt cx="3968200" cy="2007429"/>
          </a:xfrm>
        </p:grpSpPr>
        <p:pic>
          <p:nvPicPr>
            <p:cNvPr id="1028" name="Picture 4">
              <a:extLst>
                <a:ext uri="{FF2B5EF4-FFF2-40B4-BE49-F238E27FC236}">
                  <a16:creationId xmlns:a16="http://schemas.microsoft.com/office/drawing/2014/main" id="{A00AAB79-3A86-38A2-EFDD-C03FCDDAFA6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12275" y="1149745"/>
              <a:ext cx="2301380" cy="150149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Chart, scatter chart&#10;&#10;Description automatically generated">
              <a:extLst>
                <a:ext uri="{FF2B5EF4-FFF2-40B4-BE49-F238E27FC236}">
                  <a16:creationId xmlns:a16="http://schemas.microsoft.com/office/drawing/2014/main" id="{90B6CE75-2170-B6B5-6200-6D9B20955B6C}"/>
                </a:ext>
              </a:extLst>
            </p:cNvPr>
            <p:cNvPicPr>
              <a:picLocks noChangeAspect="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1918" y="879964"/>
              <a:ext cx="1758557" cy="1758557"/>
            </a:xfrm>
            <a:prstGeom prst="rect">
              <a:avLst/>
            </a:prstGeom>
          </p:spPr>
        </p:pic>
        <p:cxnSp>
          <p:nvCxnSpPr>
            <p:cNvPr id="39" name="Straight Arrow Connector 38">
              <a:extLst>
                <a:ext uri="{FF2B5EF4-FFF2-40B4-BE49-F238E27FC236}">
                  <a16:creationId xmlns:a16="http://schemas.microsoft.com/office/drawing/2014/main" id="{A136F521-C11B-136F-054B-508E3B0EE266}"/>
                </a:ext>
              </a:extLst>
            </p:cNvPr>
            <p:cNvCxnSpPr>
              <a:cxnSpLocks/>
            </p:cNvCxnSpPr>
            <p:nvPr/>
          </p:nvCxnSpPr>
          <p:spPr>
            <a:xfrm flipV="1">
              <a:off x="2355098" y="1381992"/>
              <a:ext cx="1647755" cy="24673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5766C19-BA20-74FB-BCEC-C6200414DAE1}"/>
                </a:ext>
              </a:extLst>
            </p:cNvPr>
            <p:cNvCxnSpPr/>
            <p:nvPr/>
          </p:nvCxnSpPr>
          <p:spPr>
            <a:xfrm>
              <a:off x="1944095" y="1643495"/>
              <a:ext cx="4326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D7355-6185-971C-9C7D-2E4441BD6413}"/>
                </a:ext>
              </a:extLst>
            </p:cNvPr>
            <p:cNvCxnSpPr>
              <a:cxnSpLocks/>
            </p:cNvCxnSpPr>
            <p:nvPr/>
          </p:nvCxnSpPr>
          <p:spPr>
            <a:xfrm>
              <a:off x="3632341" y="1593651"/>
              <a:ext cx="0" cy="854909"/>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1E785EC-FF4A-6744-0DB0-60DC57F65B41}"/>
                </a:ext>
              </a:extLst>
            </p:cNvPr>
            <p:cNvCxnSpPr>
              <a:cxnSpLocks/>
            </p:cNvCxnSpPr>
            <p:nvPr/>
          </p:nvCxnSpPr>
          <p:spPr>
            <a:xfrm>
              <a:off x="3651407" y="2273488"/>
              <a:ext cx="760087" cy="2897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94DDCA8-75F3-9B1E-089A-8A39522B0C0C}"/>
                </a:ext>
              </a:extLst>
            </p:cNvPr>
            <p:cNvSpPr/>
            <p:nvPr/>
          </p:nvSpPr>
          <p:spPr>
            <a:xfrm>
              <a:off x="3345657" y="643806"/>
              <a:ext cx="2062083" cy="421320"/>
            </a:xfrm>
            <a:prstGeom prst="rect">
              <a:avLst/>
            </a:prstGeom>
            <a:solidFill>
              <a:schemeClr val="bg1"/>
            </a:solidFill>
            <a:ln>
              <a:solidFill>
                <a:schemeClr val="tx1"/>
              </a:solidFill>
            </a:ln>
          </p:spPr>
          <p:txBody>
            <a:bodyPr wrap="square" lIns="73801" tIns="36900" rIns="73801" bIns="36900">
              <a:spAutoFit/>
            </a:bodyPr>
            <a:lstStyle/>
            <a:p>
              <a:r>
                <a:rPr lang="en-US" sz="1614">
                  <a:ln w="0"/>
                </a:rPr>
                <a:t>Multi-objective</a:t>
              </a:r>
            </a:p>
          </p:txBody>
        </p:sp>
      </p:grpSp>
      <p:sp>
        <p:nvSpPr>
          <p:cNvPr id="20" name="Rectangle 19">
            <a:extLst>
              <a:ext uri="{FF2B5EF4-FFF2-40B4-BE49-F238E27FC236}">
                <a16:creationId xmlns:a16="http://schemas.microsoft.com/office/drawing/2014/main" id="{44DA741D-7063-0282-0FC5-E4AFDE5D1FD9}"/>
              </a:ext>
            </a:extLst>
          </p:cNvPr>
          <p:cNvSpPr/>
          <p:nvPr/>
        </p:nvSpPr>
        <p:spPr>
          <a:xfrm>
            <a:off x="7615561" y="3978776"/>
            <a:ext cx="1997643" cy="571323"/>
          </a:xfrm>
          <a:prstGeom prst="rect">
            <a:avLst/>
          </a:prstGeom>
          <a:solidFill>
            <a:schemeClr val="bg1"/>
          </a:solidFill>
          <a:ln>
            <a:solidFill>
              <a:schemeClr val="tx1"/>
            </a:solid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cxnSp>
        <p:nvCxnSpPr>
          <p:cNvPr id="8" name="Straight Connector 7">
            <a:extLst>
              <a:ext uri="{FF2B5EF4-FFF2-40B4-BE49-F238E27FC236}">
                <a16:creationId xmlns:a16="http://schemas.microsoft.com/office/drawing/2014/main" id="{F78598DD-C00E-1890-0569-41EED7D74A6F}"/>
              </a:ext>
            </a:extLst>
          </p:cNvPr>
          <p:cNvCxnSpPr>
            <a:cxnSpLocks/>
          </p:cNvCxnSpPr>
          <p:nvPr/>
        </p:nvCxnSpPr>
        <p:spPr>
          <a:xfrm>
            <a:off x="4029918" y="1986049"/>
            <a:ext cx="0" cy="1427712"/>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3D3DC88F-24D3-FD2D-45F4-438C6570D53B}"/>
              </a:ext>
            </a:extLst>
          </p:cNvPr>
          <p:cNvCxnSpPr>
            <a:cxnSpLocks/>
          </p:cNvCxnSpPr>
          <p:nvPr/>
        </p:nvCxnSpPr>
        <p:spPr>
          <a:xfrm>
            <a:off x="7013958" y="2056160"/>
            <a:ext cx="0" cy="1343016"/>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F996B16-19E1-B656-FCF5-802DC545342F}"/>
              </a:ext>
            </a:extLst>
          </p:cNvPr>
          <p:cNvCxnSpPr/>
          <p:nvPr/>
        </p:nvCxnSpPr>
        <p:spPr>
          <a:xfrm>
            <a:off x="2882304" y="3481173"/>
            <a:ext cx="4707384" cy="0"/>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053DDAA9-2AA1-F87B-1F3D-D3EC43D6D4BF}"/>
              </a:ext>
            </a:extLst>
          </p:cNvPr>
          <p:cNvCxnSpPr>
            <a:cxnSpLocks/>
          </p:cNvCxnSpPr>
          <p:nvPr/>
        </p:nvCxnSpPr>
        <p:spPr>
          <a:xfrm>
            <a:off x="7566357" y="3587778"/>
            <a:ext cx="0" cy="236189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F3F5F053-6C21-4EE1-2E90-B6B92C758E7B}"/>
              </a:ext>
            </a:extLst>
          </p:cNvPr>
          <p:cNvCxnSpPr>
            <a:cxnSpLocks/>
          </p:cNvCxnSpPr>
          <p:nvPr/>
        </p:nvCxnSpPr>
        <p:spPr>
          <a:xfrm>
            <a:off x="7615561" y="3902775"/>
            <a:ext cx="2100358" cy="0"/>
          </a:xfrm>
          <a:prstGeom prst="line">
            <a:avLst/>
          </a:prstGeom>
        </p:spPr>
        <p:style>
          <a:lnRef idx="1">
            <a:schemeClr val="dk1"/>
          </a:lnRef>
          <a:fillRef idx="0">
            <a:schemeClr val="dk1"/>
          </a:fillRef>
          <a:effectRef idx="0">
            <a:schemeClr val="dk1"/>
          </a:effectRef>
          <a:fontRef idx="minor">
            <a:schemeClr val="tx1"/>
          </a:fontRef>
        </p:style>
      </p:cxnSp>
    </p:spTree>
    <p:custDataLst>
      <p:tags r:id="rId1"/>
    </p:custDataLst>
    <p:extLst>
      <p:ext uri="{BB962C8B-B14F-4D97-AF65-F5344CB8AC3E}">
        <p14:creationId xmlns:p14="http://schemas.microsoft.com/office/powerpoint/2010/main" val="13221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7BB94-B89F-835F-7A49-591CD3F9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CECA7-FE5B-7739-7224-FEB75AD6CD2E}"/>
              </a:ext>
            </a:extLst>
          </p:cNvPr>
          <p:cNvSpPr>
            <a:spLocks noGrp="1"/>
          </p:cNvSpPr>
          <p:nvPr>
            <p:ph type="title"/>
          </p:nvPr>
        </p:nvSpPr>
        <p:spPr/>
        <p:txBody>
          <a:bodyPr>
            <a:noAutofit/>
          </a:bodyPr>
          <a:lstStyle/>
          <a:p>
            <a:r>
              <a:rPr lang="en-US" sz="3600"/>
              <a:t>Real-world materials discovery tasks such as alloy design</a:t>
            </a:r>
            <a:br>
              <a:rPr lang="en-US" sz="3600"/>
            </a:br>
            <a:r>
              <a:rPr lang="en-US" sz="3600"/>
              <a:t>require more than “vanilla” optimization</a:t>
            </a:r>
          </a:p>
        </p:txBody>
      </p:sp>
      <p:sp>
        <p:nvSpPr>
          <p:cNvPr id="19" name="Rectangle 18">
            <a:extLst>
              <a:ext uri="{FF2B5EF4-FFF2-40B4-BE49-F238E27FC236}">
                <a16:creationId xmlns:a16="http://schemas.microsoft.com/office/drawing/2014/main" id="{19EA4F06-4966-EE76-AB9B-87C846040CA3}"/>
              </a:ext>
            </a:extLst>
          </p:cNvPr>
          <p:cNvSpPr/>
          <p:nvPr/>
        </p:nvSpPr>
        <p:spPr>
          <a:xfrm>
            <a:off x="4638627" y="5054726"/>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22" name="Rectangle 21">
            <a:extLst>
              <a:ext uri="{FF2B5EF4-FFF2-40B4-BE49-F238E27FC236}">
                <a16:creationId xmlns:a16="http://schemas.microsoft.com/office/drawing/2014/main" id="{079F4F3C-360E-FED5-7CBB-5F43C015610E}"/>
              </a:ext>
            </a:extLst>
          </p:cNvPr>
          <p:cNvSpPr/>
          <p:nvPr/>
        </p:nvSpPr>
        <p:spPr>
          <a:xfrm>
            <a:off x="2774418" y="3545699"/>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27" name="Rectangle 26">
            <a:extLst>
              <a:ext uri="{FF2B5EF4-FFF2-40B4-BE49-F238E27FC236}">
                <a16:creationId xmlns:a16="http://schemas.microsoft.com/office/drawing/2014/main" id="{21F025FA-DC30-405D-C5F2-29B141C5A653}"/>
              </a:ext>
            </a:extLst>
          </p:cNvPr>
          <p:cNvSpPr/>
          <p:nvPr/>
        </p:nvSpPr>
        <p:spPr>
          <a:xfrm>
            <a:off x="7055410" y="1986044"/>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35" name="Rectangle 34">
            <a:extLst>
              <a:ext uri="{FF2B5EF4-FFF2-40B4-BE49-F238E27FC236}">
                <a16:creationId xmlns:a16="http://schemas.microsoft.com/office/drawing/2014/main" id="{ED47D77C-6CAE-CD65-16F2-0322777FF783}"/>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4" name="Rectangle 33">
            <a:extLst>
              <a:ext uri="{FF2B5EF4-FFF2-40B4-BE49-F238E27FC236}">
                <a16:creationId xmlns:a16="http://schemas.microsoft.com/office/drawing/2014/main" id="{23B23BE2-DF26-7A29-A703-4E9876C2DD1F}"/>
              </a:ext>
            </a:extLst>
          </p:cNvPr>
          <p:cNvSpPr/>
          <p:nvPr/>
        </p:nvSpPr>
        <p:spPr>
          <a:xfrm>
            <a:off x="5205186" y="1942577"/>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20" name="Rectangle 19">
            <a:extLst>
              <a:ext uri="{FF2B5EF4-FFF2-40B4-BE49-F238E27FC236}">
                <a16:creationId xmlns:a16="http://schemas.microsoft.com/office/drawing/2014/main" id="{000D0818-6E31-F6B5-3644-B1890994C102}"/>
              </a:ext>
            </a:extLst>
          </p:cNvPr>
          <p:cNvSpPr/>
          <p:nvPr/>
        </p:nvSpPr>
        <p:spPr>
          <a:xfrm>
            <a:off x="7615561" y="3978776"/>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spTree>
    <p:custDataLst>
      <p:tags r:id="rId1"/>
    </p:custDataLst>
    <p:extLst>
      <p:ext uri="{BB962C8B-B14F-4D97-AF65-F5344CB8AC3E}">
        <p14:creationId xmlns:p14="http://schemas.microsoft.com/office/powerpoint/2010/main" val="9069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2.96296E-6 L -0.23033 0.12176 " pathEditMode="relative" rAng="0" ptsTypes="AA">
                                      <p:cBhvr>
                                        <p:cTn id="6" dur="1000" fill="hold"/>
                                        <p:tgtEl>
                                          <p:spTgt spid="34"/>
                                        </p:tgtEl>
                                        <p:attrNameLst>
                                          <p:attrName>ppt_x</p:attrName>
                                          <p:attrName>ppt_y</p:attrName>
                                        </p:attrNameLst>
                                      </p:cBhvr>
                                      <p:rCtr x="-11523" y="6088"/>
                                    </p:animMotion>
                                  </p:childTnLst>
                                </p:cTn>
                              </p:par>
                              <p:par>
                                <p:cTn id="7" presetID="42" presetClass="path" presetSubtype="0" accel="50000" decel="50000" fill="hold" grpId="0" nodeType="withEffect">
                                  <p:stCondLst>
                                    <p:cond delay="0"/>
                                  </p:stCondLst>
                                  <p:childTnLst>
                                    <p:animMotion origin="layout" path="M -3.54167E-6 5.55112E-17 L -0.38177 0.21181 " pathEditMode="relative" rAng="0" ptsTypes="AA">
                                      <p:cBhvr>
                                        <p:cTn id="8" dur="1000" fill="hold"/>
                                        <p:tgtEl>
                                          <p:spTgt spid="27"/>
                                        </p:tgtEl>
                                        <p:attrNameLst>
                                          <p:attrName>ppt_x</p:attrName>
                                          <p:attrName>ppt_y</p:attrName>
                                        </p:attrNameLst>
                                      </p:cBhvr>
                                      <p:rCtr x="-19089" y="10579"/>
                                    </p:animMotion>
                                  </p:childTnLst>
                                </p:cTn>
                              </p:par>
                              <p:par>
                                <p:cTn id="9" presetID="42" presetClass="path" presetSubtype="0" accel="50000" decel="50000" fill="hold" grpId="0" nodeType="withEffect">
                                  <p:stCondLst>
                                    <p:cond delay="0"/>
                                  </p:stCondLst>
                                  <p:childTnLst>
                                    <p:animMotion origin="layout" path="M -3.33333E-6 -4.81481E-6 L -0.02981 0.08334 " pathEditMode="relative" rAng="0" ptsTypes="AA">
                                      <p:cBhvr>
                                        <p:cTn id="10" dur="1000" fill="hold"/>
                                        <p:tgtEl>
                                          <p:spTgt spid="22"/>
                                        </p:tgtEl>
                                        <p:attrNameLst>
                                          <p:attrName>ppt_x</p:attrName>
                                          <p:attrName>ppt_y</p:attrName>
                                        </p:attrNameLst>
                                      </p:cBhvr>
                                      <p:rCtr x="-1497" y="4167"/>
                                    </p:animMotion>
                                  </p:childTnLst>
                                </p:cTn>
                              </p:par>
                              <p:par>
                                <p:cTn id="11" presetID="42" presetClass="path" presetSubtype="0" accel="50000" decel="50000" fill="hold" grpId="0" nodeType="withEffect">
                                  <p:stCondLst>
                                    <p:cond delay="0"/>
                                  </p:stCondLst>
                                  <p:childTnLst>
                                    <p:animMotion origin="layout" path="M -2.70833E-6 3.33333E-6 L -0.18307 -0.03936 " pathEditMode="relative" rAng="0" ptsTypes="AA">
                                      <p:cBhvr>
                                        <p:cTn id="12" dur="1000" fill="hold"/>
                                        <p:tgtEl>
                                          <p:spTgt spid="19"/>
                                        </p:tgtEl>
                                        <p:attrNameLst>
                                          <p:attrName>ppt_x</p:attrName>
                                          <p:attrName>ppt_y</p:attrName>
                                        </p:attrNameLst>
                                      </p:cBhvr>
                                      <p:rCtr x="-9154" y="-1968"/>
                                    </p:animMotion>
                                  </p:childTnLst>
                                </p:cTn>
                              </p:par>
                              <p:par>
                                <p:cTn id="13" presetID="42" presetClass="path" presetSubtype="0" accel="50000" decel="50000" fill="hold" grpId="0" nodeType="withEffect">
                                  <p:stCondLst>
                                    <p:cond delay="0"/>
                                  </p:stCondLst>
                                  <p:childTnLst>
                                    <p:animMotion origin="layout" path="M 2.08333E-6 7.40741E-7 L -0.42774 0.2162 " pathEditMode="relative" rAng="0" ptsTypes="AA">
                                      <p:cBhvr>
                                        <p:cTn id="14" dur="1000" fill="hold"/>
                                        <p:tgtEl>
                                          <p:spTgt spid="20"/>
                                        </p:tgtEl>
                                        <p:attrNameLst>
                                          <p:attrName>ppt_x</p:attrName>
                                          <p:attrName>ppt_y</p:attrName>
                                        </p:attrNameLst>
                                      </p:cBhvr>
                                      <p:rCtr x="-21393" y="1081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7" grpId="0" animBg="1"/>
      <p:bldP spid="34"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C85E-62F0-8639-5055-3093FE115C28}"/>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7438C060-D318-7044-D643-59FE89ECF545}"/>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8D2A482C-F293-9783-E479-42BCE7E9D9C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D4A039F-1E10-653A-AE8F-C4EFA981C479}"/>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415AA6B7-35F5-8917-24AB-601FD0404FCB}"/>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E11C3ADA-B5C5-6359-CB5A-F136621E1DC0}"/>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859AD7BD-6F70-7881-7020-BB919CBD2C03}"/>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D476D6D7-8A61-3828-2187-EF6798D7AB5D}"/>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04D2F3E-65A6-E2F6-A1C3-C0E4654EF30F}"/>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dirty="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23ACA06-F0B3-20CC-C017-F97D9B4BE1D7}"/>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AE01D220-F1F4-A652-AE45-CEA56BFC0448}"/>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01D3CA85-3AB5-FB5D-A383-04A6AA9290A0}"/>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FE08B5BA-5E68-C01A-9617-09F8EA19426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19EB1525-630F-40EA-ACA6-841F4C5D3C36}"/>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Tree>
    <p:custDataLst>
      <p:tags r:id="rId1"/>
    </p:custDataLst>
    <p:extLst>
      <p:ext uri="{BB962C8B-B14F-4D97-AF65-F5344CB8AC3E}">
        <p14:creationId xmlns:p14="http://schemas.microsoft.com/office/powerpoint/2010/main" val="2599217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DE003-4546-8F77-E5D9-D92C7C496086}"/>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DC1CA5BC-3DB7-E153-CFCD-987B97A88480}"/>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98BCC803-D718-C73C-F177-E7136A4A0F2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40395454-7ABE-DD20-E9ED-9F27BAD89B17}"/>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2854065E-9D1B-4FD3-39F5-6CECF8CA7341}"/>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0421A2A1-3451-DA23-DCAE-1A871F0D130E}"/>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C9CB23AD-53A6-495B-DA60-08E3EF307EFC}"/>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8926182D-48CF-DB95-D546-B14D27DF6A0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11C6F4B-BEAE-C491-4CE5-98EBDD5624ED}"/>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012E0768-AD67-8B48-6A1D-88060015E0F0}"/>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81041A64-9F7E-3EC7-B42F-84BF3C9253F6}"/>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5B972A84-7B6C-C4EE-A6D9-968E5A960B1E}"/>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1A45D76E-DA64-658D-976B-1118A6978FA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688F825B-9794-9595-B71A-6541CA587B0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9CD5C488-AF99-F02F-7A4C-287EF85F133D}"/>
              </a:ext>
            </a:extLst>
          </p:cNvPr>
          <p:cNvSpPr/>
          <p:nvPr/>
        </p:nvSpPr>
        <p:spPr>
          <a:xfrm>
            <a:off x="7340567" y="1587845"/>
            <a:ext cx="859213" cy="431946"/>
          </a:xfrm>
          <a:prstGeom prst="rect">
            <a:avLst/>
          </a:prstGeom>
          <a:noFill/>
        </p:spPr>
        <p:txBody>
          <a:bodyPr wrap="none" lIns="61120" tIns="30560" rIns="61120" bIns="30560">
            <a:spAutoFit/>
          </a:bodyPr>
          <a:lstStyle/>
          <a:p>
            <a:pPr algn="ctr"/>
            <a:r>
              <a:rPr lang="en-US" sz="2406">
                <a:ln w="0"/>
              </a:rPr>
              <a:t>Basic</a:t>
            </a:r>
          </a:p>
        </p:txBody>
      </p:sp>
    </p:spTree>
    <p:extLst>
      <p:ext uri="{BB962C8B-B14F-4D97-AF65-F5344CB8AC3E}">
        <p14:creationId xmlns:p14="http://schemas.microsoft.com/office/powerpoint/2010/main" val="317174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274-4A1C-05F9-0095-E46C5D1FB049}"/>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F8913F42-138F-57EE-70AB-121D12A35CA6}"/>
              </a:ext>
            </a:extLst>
          </p:cNvPr>
          <p:cNvSpPr>
            <a:spLocks noGrp="1"/>
          </p:cNvSpPr>
          <p:nvPr>
            <p:ph type="title"/>
          </p:nvPr>
        </p:nvSpPr>
        <p:spPr>
          <a:xfrm>
            <a:off x="385486" y="408953"/>
            <a:ext cx="11421028" cy="864035"/>
          </a:xfrm>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A0407D44-BCEA-3A0D-A473-A37DC5F5E149}"/>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ABB5AB6-7BCB-8C2B-E19D-0C82CE1A049D}"/>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9C11C648-A073-CE64-D4FF-EDFB22C33310}"/>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78B11D6E-9342-C0CC-6700-CC1EE5F1A61B}"/>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59DA1AA6-90A1-AFA6-AEFD-E405BF8F9F62}"/>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0CA43520-F610-49AE-C9B4-411CA51977B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D17AF147-30D9-7F0C-5567-701B2D8EB989}"/>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92F990B-65AE-5773-8170-FE4EEF5D420F}"/>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316EE205-7CD8-2B5A-9661-A2105E1AEA5D}"/>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FC203DC1-F2DD-14B9-4290-236B75B7DC3A}"/>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CD8B88F4-1F01-6BE2-B342-A5DC1112FE46}"/>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9AE5C8F6-DC6E-3AD0-494B-BCCD47CE9C9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B37197E3-FC41-345A-0AED-FCF6A2EAA766}"/>
              </a:ext>
            </a:extLst>
          </p:cNvPr>
          <p:cNvSpPr/>
          <p:nvPr/>
        </p:nvSpPr>
        <p:spPr>
          <a:xfrm>
            <a:off x="7046931" y="1587845"/>
            <a:ext cx="1446488" cy="431946"/>
          </a:xfrm>
          <a:prstGeom prst="rect">
            <a:avLst/>
          </a:prstGeom>
          <a:noFill/>
        </p:spPr>
        <p:txBody>
          <a:bodyPr wrap="none" lIns="61120" tIns="30560" rIns="61120" bIns="30560">
            <a:spAutoFit/>
          </a:bodyPr>
          <a:lstStyle/>
          <a:p>
            <a:pPr algn="ctr"/>
            <a:r>
              <a:rPr lang="en-US" sz="2406">
                <a:ln w="0"/>
              </a:rPr>
              <a:t>Advanced</a:t>
            </a:r>
          </a:p>
        </p:txBody>
      </p:sp>
    </p:spTree>
    <p:extLst>
      <p:ext uri="{BB962C8B-B14F-4D97-AF65-F5344CB8AC3E}">
        <p14:creationId xmlns:p14="http://schemas.microsoft.com/office/powerpoint/2010/main" val="1190700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5EA93-5206-E38E-C21D-D6C643197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B9647-1837-9AA6-B253-8F52FA3E74EA}"/>
              </a:ext>
            </a:extLst>
          </p:cNvPr>
          <p:cNvSpPr>
            <a:spLocks noGrp="1"/>
          </p:cNvSpPr>
          <p:nvPr>
            <p:ph type="title"/>
          </p:nvPr>
        </p:nvSpPr>
        <p:spPr/>
        <p:txBody>
          <a:bodyPr>
            <a:normAutofit/>
          </a:bodyPr>
          <a:lstStyle/>
          <a:p>
            <a:r>
              <a:rPr lang="en-CA" sz="3600" err="1"/>
              <a:t>Honegumi</a:t>
            </a:r>
            <a:r>
              <a:rPr lang="en-CA" sz="3600"/>
              <a:t> lets you quickly create advanced BO examples</a:t>
            </a:r>
          </a:p>
        </p:txBody>
      </p:sp>
      <p:sp>
        <p:nvSpPr>
          <p:cNvPr id="3" name="Footer Placeholder 2">
            <a:extLst>
              <a:ext uri="{FF2B5EF4-FFF2-40B4-BE49-F238E27FC236}">
                <a16:creationId xmlns:a16="http://schemas.microsoft.com/office/drawing/2014/main" id="{EBD78FD4-5C8B-2AA6-D64C-DE6A1C6DC6BF}"/>
              </a:ext>
            </a:extLst>
          </p:cNvPr>
          <p:cNvSpPr>
            <a:spLocks noGrp="1"/>
          </p:cNvSpPr>
          <p:nvPr>
            <p:ph type="ftr" sz="quarter" idx="4294967295"/>
          </p:nvPr>
        </p:nvSpPr>
        <p:spPr>
          <a:xfrm>
            <a:off x="4134338" y="6406678"/>
            <a:ext cx="4114800" cy="365125"/>
          </a:xfrm>
        </p:spPr>
        <p:txBody>
          <a:bodyPr/>
          <a:lstStyle/>
          <a:p>
            <a:r>
              <a:rPr lang="en-US"/>
              <a:t>https://honegumi.readthedocs.io/</a:t>
            </a:r>
          </a:p>
        </p:txBody>
      </p:sp>
      <p:pic>
        <p:nvPicPr>
          <p:cNvPr id="10" name="Picture 9">
            <a:extLst>
              <a:ext uri="{FF2B5EF4-FFF2-40B4-BE49-F238E27FC236}">
                <a16:creationId xmlns:a16="http://schemas.microsoft.com/office/drawing/2014/main" id="{FAC16590-FD62-84A3-736B-029508FC0D32}"/>
              </a:ext>
            </a:extLst>
          </p:cNvPr>
          <p:cNvPicPr>
            <a:picLocks noChangeAspect="1"/>
          </p:cNvPicPr>
          <p:nvPr/>
        </p:nvPicPr>
        <p:blipFill>
          <a:blip r:embed="rId4"/>
          <a:stretch>
            <a:fillRect/>
          </a:stretch>
        </p:blipFill>
        <p:spPr>
          <a:xfrm>
            <a:off x="2353722" y="3803261"/>
            <a:ext cx="3319412" cy="2514691"/>
          </a:xfrm>
          <a:prstGeom prst="rect">
            <a:avLst/>
          </a:prstGeom>
        </p:spPr>
      </p:pic>
      <p:graphicFrame>
        <p:nvGraphicFramePr>
          <p:cNvPr id="11" name="Table 23">
            <a:extLst>
              <a:ext uri="{FF2B5EF4-FFF2-40B4-BE49-F238E27FC236}">
                <a16:creationId xmlns:a16="http://schemas.microsoft.com/office/drawing/2014/main" id="{465F7890-99D1-D980-06ED-C6A0897A3EA3}"/>
              </a:ext>
            </a:extLst>
          </p:cNvPr>
          <p:cNvGraphicFramePr>
            <a:graphicFrameLocks noGrp="1"/>
          </p:cNvGraphicFramePr>
          <p:nvPr/>
        </p:nvGraphicFramePr>
        <p:xfrm>
          <a:off x="6368629" y="160051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2" name="Table 11">
            <a:extLst>
              <a:ext uri="{FF2B5EF4-FFF2-40B4-BE49-F238E27FC236}">
                <a16:creationId xmlns:a16="http://schemas.microsoft.com/office/drawing/2014/main" id="{6F97D34A-7A36-45FD-C09D-2A35AFF1174B}"/>
              </a:ext>
            </a:extLst>
          </p:cNvPr>
          <p:cNvGraphicFramePr>
            <a:graphicFrameLocks noGrp="1"/>
          </p:cNvGraphicFramePr>
          <p:nvPr/>
        </p:nvGraphicFramePr>
        <p:xfrm>
          <a:off x="6368629" y="1945002"/>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755546"/>
                  </a:ext>
                </a:extLst>
              </a:tr>
            </a:tbl>
          </a:graphicData>
        </a:graphic>
      </p:graphicFrame>
      <p:graphicFrame>
        <p:nvGraphicFramePr>
          <p:cNvPr id="13" name="Table 12">
            <a:extLst>
              <a:ext uri="{FF2B5EF4-FFF2-40B4-BE49-F238E27FC236}">
                <a16:creationId xmlns:a16="http://schemas.microsoft.com/office/drawing/2014/main" id="{1E6F7520-B05D-1847-1D65-B659674A4166}"/>
              </a:ext>
            </a:extLst>
          </p:cNvPr>
          <p:cNvGraphicFramePr>
            <a:graphicFrameLocks noGrp="1"/>
          </p:cNvGraphicFramePr>
          <p:nvPr/>
        </p:nvGraphicFramePr>
        <p:xfrm>
          <a:off x="6368629" y="229006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4" name="Table 13">
            <a:extLst>
              <a:ext uri="{FF2B5EF4-FFF2-40B4-BE49-F238E27FC236}">
                <a16:creationId xmlns:a16="http://schemas.microsoft.com/office/drawing/2014/main" id="{E0538B0C-F9A4-5162-F0BC-09039EDC3302}"/>
              </a:ext>
            </a:extLst>
          </p:cNvPr>
          <p:cNvGraphicFramePr>
            <a:graphicFrameLocks noGrp="1"/>
          </p:cNvGraphicFramePr>
          <p:nvPr/>
        </p:nvGraphicFramePr>
        <p:xfrm>
          <a:off x="6368629" y="2638803"/>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5" name="Table 14">
            <a:extLst>
              <a:ext uri="{FF2B5EF4-FFF2-40B4-BE49-F238E27FC236}">
                <a16:creationId xmlns:a16="http://schemas.microsoft.com/office/drawing/2014/main" id="{003060C4-3BC8-6C06-A94A-70B823E1036C}"/>
              </a:ext>
            </a:extLst>
          </p:cNvPr>
          <p:cNvGraphicFramePr>
            <a:graphicFrameLocks noGrp="1"/>
          </p:cNvGraphicFramePr>
          <p:nvPr/>
        </p:nvGraphicFramePr>
        <p:xfrm>
          <a:off x="6368629" y="2988011"/>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6" name="Table 15">
            <a:extLst>
              <a:ext uri="{FF2B5EF4-FFF2-40B4-BE49-F238E27FC236}">
                <a16:creationId xmlns:a16="http://schemas.microsoft.com/office/drawing/2014/main" id="{3DDF7841-08E1-BBED-151F-6E233F778D47}"/>
              </a:ext>
            </a:extLst>
          </p:cNvPr>
          <p:cNvGraphicFramePr>
            <a:graphicFrameLocks noGrp="1"/>
          </p:cNvGraphicFramePr>
          <p:nvPr/>
        </p:nvGraphicFramePr>
        <p:xfrm>
          <a:off x="6368629" y="3335724"/>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3">
            <a:extLst>
              <a:ext uri="{FF2B5EF4-FFF2-40B4-BE49-F238E27FC236}">
                <a16:creationId xmlns:a16="http://schemas.microsoft.com/office/drawing/2014/main" id="{A711E19E-35EC-0B9E-E49C-083C90FAEDBC}"/>
              </a:ext>
            </a:extLst>
          </p:cNvPr>
          <p:cNvGraphicFramePr>
            <a:graphicFrameLocks noGrp="1"/>
          </p:cNvGraphicFramePr>
          <p:nvPr/>
        </p:nvGraphicFramePr>
        <p:xfrm>
          <a:off x="2353722" y="1604795"/>
          <a:ext cx="3317962" cy="70136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r h="346349">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384119"/>
                  </a:ext>
                </a:extLst>
              </a:tr>
            </a:tbl>
          </a:graphicData>
        </a:graphic>
      </p:graphicFrame>
      <p:graphicFrame>
        <p:nvGraphicFramePr>
          <p:cNvPr id="26" name="Table 25">
            <a:extLst>
              <a:ext uri="{FF2B5EF4-FFF2-40B4-BE49-F238E27FC236}">
                <a16:creationId xmlns:a16="http://schemas.microsoft.com/office/drawing/2014/main" id="{DA52531B-49A2-59AE-0542-C4BFC11DCEA9}"/>
              </a:ext>
            </a:extLst>
          </p:cNvPr>
          <p:cNvGraphicFramePr>
            <a:graphicFrameLocks noGrp="1"/>
          </p:cNvGraphicFramePr>
          <p:nvPr/>
        </p:nvGraphicFramePr>
        <p:xfrm>
          <a:off x="2353722" y="1950978"/>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7" name="Table 26">
            <a:extLst>
              <a:ext uri="{FF2B5EF4-FFF2-40B4-BE49-F238E27FC236}">
                <a16:creationId xmlns:a16="http://schemas.microsoft.com/office/drawing/2014/main" id="{3A95CE4E-C9F5-3A17-5E7E-E5466798FBCF}"/>
              </a:ext>
            </a:extLst>
          </p:cNvPr>
          <p:cNvGraphicFramePr>
            <a:graphicFrameLocks noGrp="1"/>
          </p:cNvGraphicFramePr>
          <p:nvPr/>
        </p:nvGraphicFramePr>
        <p:xfrm>
          <a:off x="2353722" y="229603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D52E9BE0-0AE8-79F4-9203-2038A43B8733}"/>
              </a:ext>
            </a:extLst>
          </p:cNvPr>
          <p:cNvGraphicFramePr>
            <a:graphicFrameLocks noGrp="1"/>
          </p:cNvGraphicFramePr>
          <p:nvPr/>
        </p:nvGraphicFramePr>
        <p:xfrm>
          <a:off x="2353722" y="264478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E31B2EC9-6610-F731-1156-0578A6596BC1}"/>
              </a:ext>
            </a:extLst>
          </p:cNvPr>
          <p:cNvGraphicFramePr>
            <a:graphicFrameLocks noGrp="1"/>
          </p:cNvGraphicFramePr>
          <p:nvPr/>
        </p:nvGraphicFramePr>
        <p:xfrm>
          <a:off x="2353722" y="2993987"/>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30" name="Table 29">
            <a:extLst>
              <a:ext uri="{FF2B5EF4-FFF2-40B4-BE49-F238E27FC236}">
                <a16:creationId xmlns:a16="http://schemas.microsoft.com/office/drawing/2014/main" id="{C15A88C4-0EBD-58F0-933C-1FC2D3029E15}"/>
              </a:ext>
            </a:extLst>
          </p:cNvPr>
          <p:cNvGraphicFramePr>
            <a:graphicFrameLocks noGrp="1"/>
          </p:cNvGraphicFramePr>
          <p:nvPr/>
        </p:nvGraphicFramePr>
        <p:xfrm>
          <a:off x="2353722" y="334170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31" name="Rectangle 30">
            <a:extLst>
              <a:ext uri="{FF2B5EF4-FFF2-40B4-BE49-F238E27FC236}">
                <a16:creationId xmlns:a16="http://schemas.microsoft.com/office/drawing/2014/main" id="{0B8E90F1-E2A4-6781-469F-A95C228F2B86}"/>
              </a:ext>
            </a:extLst>
          </p:cNvPr>
          <p:cNvSpPr/>
          <p:nvPr/>
        </p:nvSpPr>
        <p:spPr>
          <a:xfrm>
            <a:off x="3583096" y="1169904"/>
            <a:ext cx="859213" cy="431946"/>
          </a:xfrm>
          <a:prstGeom prst="rect">
            <a:avLst/>
          </a:prstGeom>
          <a:noFill/>
        </p:spPr>
        <p:txBody>
          <a:bodyPr wrap="none" lIns="61120" tIns="30560" rIns="61120" bIns="30560">
            <a:spAutoFit/>
          </a:bodyPr>
          <a:lstStyle/>
          <a:p>
            <a:pPr algn="ctr"/>
            <a:r>
              <a:rPr lang="en-US" sz="2406">
                <a:ln w="0"/>
              </a:rPr>
              <a:t>Basic</a:t>
            </a:r>
          </a:p>
        </p:txBody>
      </p:sp>
      <p:sp>
        <p:nvSpPr>
          <p:cNvPr id="32" name="Rectangle 31">
            <a:extLst>
              <a:ext uri="{FF2B5EF4-FFF2-40B4-BE49-F238E27FC236}">
                <a16:creationId xmlns:a16="http://schemas.microsoft.com/office/drawing/2014/main" id="{7779EAA6-4111-D0C9-C7B7-1E79D672A620}"/>
              </a:ext>
            </a:extLst>
          </p:cNvPr>
          <p:cNvSpPr/>
          <p:nvPr/>
        </p:nvSpPr>
        <p:spPr>
          <a:xfrm>
            <a:off x="7304368" y="1169904"/>
            <a:ext cx="1446488" cy="431946"/>
          </a:xfrm>
          <a:prstGeom prst="rect">
            <a:avLst/>
          </a:prstGeom>
          <a:noFill/>
        </p:spPr>
        <p:txBody>
          <a:bodyPr wrap="none" lIns="61120" tIns="30560" rIns="61120" bIns="30560">
            <a:spAutoFit/>
          </a:bodyPr>
          <a:lstStyle/>
          <a:p>
            <a:pPr algn="ctr"/>
            <a:r>
              <a:rPr lang="en-US" sz="2406">
                <a:ln w="0"/>
              </a:rPr>
              <a:t>Advanced</a:t>
            </a:r>
          </a:p>
        </p:txBody>
      </p:sp>
      <p:grpSp>
        <p:nvGrpSpPr>
          <p:cNvPr id="40" name="Group 39">
            <a:extLst>
              <a:ext uri="{FF2B5EF4-FFF2-40B4-BE49-F238E27FC236}">
                <a16:creationId xmlns:a16="http://schemas.microsoft.com/office/drawing/2014/main" id="{FDCF1A22-A752-E6EC-96E2-64C0333631FA}"/>
              </a:ext>
            </a:extLst>
          </p:cNvPr>
          <p:cNvGrpSpPr/>
          <p:nvPr/>
        </p:nvGrpSpPr>
        <p:grpSpPr>
          <a:xfrm>
            <a:off x="6253222" y="3803261"/>
            <a:ext cx="3478756" cy="2514691"/>
            <a:chOff x="6646113" y="5770094"/>
            <a:chExt cx="5093540" cy="3681971"/>
          </a:xfrm>
        </p:grpSpPr>
        <p:pic>
          <p:nvPicPr>
            <p:cNvPr id="18" name="Picture 17">
              <a:extLst>
                <a:ext uri="{FF2B5EF4-FFF2-40B4-BE49-F238E27FC236}">
                  <a16:creationId xmlns:a16="http://schemas.microsoft.com/office/drawing/2014/main" id="{5D471073-91EE-6804-085D-C6E8A95AA8C9}"/>
                </a:ext>
              </a:extLst>
            </p:cNvPr>
            <p:cNvPicPr>
              <a:picLocks noChangeAspect="1"/>
            </p:cNvPicPr>
            <p:nvPr/>
          </p:nvPicPr>
          <p:blipFill>
            <a:blip r:embed="rId5"/>
            <a:stretch>
              <a:fillRect/>
            </a:stretch>
          </p:blipFill>
          <p:spPr>
            <a:xfrm>
              <a:off x="6646113" y="5770094"/>
              <a:ext cx="5093540" cy="3584511"/>
            </a:xfrm>
            <a:prstGeom prst="rect">
              <a:avLst/>
            </a:prstGeom>
          </p:spPr>
        </p:pic>
        <p:sp>
          <p:nvSpPr>
            <p:cNvPr id="33" name="Rectangle 32">
              <a:extLst>
                <a:ext uri="{FF2B5EF4-FFF2-40B4-BE49-F238E27FC236}">
                  <a16:creationId xmlns:a16="http://schemas.microsoft.com/office/drawing/2014/main" id="{0E9078DC-76D7-D221-E13A-4F2776A85A53}"/>
                </a:ext>
              </a:extLst>
            </p:cNvPr>
            <p:cNvSpPr/>
            <p:nvPr/>
          </p:nvSpPr>
          <p:spPr>
            <a:xfrm>
              <a:off x="6659880" y="6110837"/>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sp>
          <p:nvSpPr>
            <p:cNvPr id="34" name="Rectangle 33">
              <a:extLst>
                <a:ext uri="{FF2B5EF4-FFF2-40B4-BE49-F238E27FC236}">
                  <a16:creationId xmlns:a16="http://schemas.microsoft.com/office/drawing/2014/main" id="{9482447D-8B2C-38A7-F8B2-3573C04B5BAF}"/>
                </a:ext>
              </a:extLst>
            </p:cNvPr>
            <p:cNvSpPr/>
            <p:nvPr/>
          </p:nvSpPr>
          <p:spPr>
            <a:xfrm>
              <a:off x="6659880" y="9354605"/>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grpSp>
      <p:sp>
        <p:nvSpPr>
          <p:cNvPr id="36" name="Rectangle 35">
            <a:extLst>
              <a:ext uri="{FF2B5EF4-FFF2-40B4-BE49-F238E27FC236}">
                <a16:creationId xmlns:a16="http://schemas.microsoft.com/office/drawing/2014/main" id="{0585B03E-6FFB-2161-B0F0-020480B23D0B}"/>
              </a:ext>
            </a:extLst>
          </p:cNvPr>
          <p:cNvSpPr/>
          <p:nvPr/>
        </p:nvSpPr>
        <p:spPr>
          <a:xfrm>
            <a:off x="3049586" y="4453055"/>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21 lines</a:t>
            </a:r>
          </a:p>
        </p:txBody>
      </p:sp>
      <p:sp>
        <p:nvSpPr>
          <p:cNvPr id="37" name="Rectangle 36">
            <a:extLst>
              <a:ext uri="{FF2B5EF4-FFF2-40B4-BE49-F238E27FC236}">
                <a16:creationId xmlns:a16="http://schemas.microsoft.com/office/drawing/2014/main" id="{77DF81FC-1851-BC2C-C13E-80873AE3AB80}"/>
              </a:ext>
            </a:extLst>
          </p:cNvPr>
          <p:cNvSpPr/>
          <p:nvPr/>
        </p:nvSpPr>
        <p:spPr>
          <a:xfrm>
            <a:off x="7204912" y="4455181"/>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62 lines</a:t>
            </a:r>
          </a:p>
        </p:txBody>
      </p:sp>
      <p:sp>
        <p:nvSpPr>
          <p:cNvPr id="38" name="Rectangle 37">
            <a:extLst>
              <a:ext uri="{FF2B5EF4-FFF2-40B4-BE49-F238E27FC236}">
                <a16:creationId xmlns:a16="http://schemas.microsoft.com/office/drawing/2014/main" id="{6859274F-A2AE-AA0B-92B8-C1753DD37E5E}"/>
              </a:ext>
            </a:extLst>
          </p:cNvPr>
          <p:cNvSpPr/>
          <p:nvPr/>
        </p:nvSpPr>
        <p:spPr>
          <a:xfrm>
            <a:off x="5612922" y="5677144"/>
            <a:ext cx="676470" cy="740492"/>
          </a:xfrm>
          <a:prstGeom prst="rect">
            <a:avLst/>
          </a:prstGeom>
          <a:noFill/>
        </p:spPr>
        <p:txBody>
          <a:bodyPr wrap="none" lIns="61120" tIns="30560" rIns="61120" bIns="30560">
            <a:spAutoFit/>
          </a:bodyPr>
          <a:lstStyle/>
          <a:p>
            <a:pPr algn="ctr"/>
            <a:r>
              <a:rPr lang="en-US" sz="4411">
                <a:ln w="0"/>
                <a:solidFill>
                  <a:srgbClr val="FF0000"/>
                </a:solidFill>
              </a:rPr>
              <a:t>3x</a:t>
            </a:r>
          </a:p>
        </p:txBody>
      </p:sp>
      <p:sp>
        <p:nvSpPr>
          <p:cNvPr id="39" name="Arrow: Curved Left 38">
            <a:extLst>
              <a:ext uri="{FF2B5EF4-FFF2-40B4-BE49-F238E27FC236}">
                <a16:creationId xmlns:a16="http://schemas.microsoft.com/office/drawing/2014/main" id="{9BF1049E-38A2-D7E0-7BFD-892B1514B06E}"/>
              </a:ext>
            </a:extLst>
          </p:cNvPr>
          <p:cNvSpPr/>
          <p:nvPr/>
        </p:nvSpPr>
        <p:spPr>
          <a:xfrm rot="5400000" flipV="1">
            <a:off x="5712587" y="3167918"/>
            <a:ext cx="707557" cy="450156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solidFill>
                <a:schemeClr val="tx1"/>
              </a:solidFill>
            </a:endParaRPr>
          </a:p>
        </p:txBody>
      </p:sp>
      <p:sp>
        <p:nvSpPr>
          <p:cNvPr id="6" name="TextBox 5">
            <a:extLst>
              <a:ext uri="{FF2B5EF4-FFF2-40B4-BE49-F238E27FC236}">
                <a16:creationId xmlns:a16="http://schemas.microsoft.com/office/drawing/2014/main" id="{0A888666-5DE1-D070-724E-8246228FBE74}"/>
              </a:ext>
            </a:extLst>
          </p:cNvPr>
          <p:cNvSpPr txBox="1"/>
          <p:nvPr/>
        </p:nvSpPr>
        <p:spPr>
          <a:xfrm>
            <a:off x="9838278" y="3577848"/>
            <a:ext cx="1844040" cy="914400"/>
          </a:xfrm>
          <a:prstGeom prst="rect">
            <a:avLst/>
          </a:prstGeom>
          <a:noFill/>
        </p:spPr>
        <p:txBody>
          <a:bodyPr wrap="none" rtlCol="0">
            <a:noAutofit/>
          </a:bodyPr>
          <a:lstStyle/>
          <a:p>
            <a:pPr algn="l">
              <a:lnSpc>
                <a:spcPct val="90000"/>
              </a:lnSpc>
              <a:buClr>
                <a:schemeClr val="bg1"/>
              </a:buClr>
              <a:buFont typeface="Aptos" panose="020B0004020202020204" pitchFamily="34" charset="0"/>
              <a:buChar char="‌"/>
            </a:pPr>
            <a:r>
              <a:rPr lang="en-CA" sz="2800" b="1" dirty="0"/>
              <a:t>Pairs well</a:t>
            </a:r>
            <a:br>
              <a:rPr lang="en-CA" sz="2800" b="1" dirty="0"/>
            </a:br>
            <a:r>
              <a:rPr lang="en-CA" sz="2800" b="1" dirty="0"/>
              <a:t>with LLMs</a:t>
            </a:r>
          </a:p>
        </p:txBody>
      </p:sp>
    </p:spTree>
    <p:custDataLst>
      <p:tags r:id="rId1"/>
    </p:custDataLst>
    <p:extLst>
      <p:ext uri="{BB962C8B-B14F-4D97-AF65-F5344CB8AC3E}">
        <p14:creationId xmlns:p14="http://schemas.microsoft.com/office/powerpoint/2010/main" val="355905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p:bldP spid="39" grpId="0" animBg="1"/>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55F1DF4-EBAA-35AE-9E2B-49629CC42A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3038" y="1876004"/>
            <a:ext cx="5369944" cy="38689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3AA9348-E86F-F425-C0AC-E3709CC7A3B4}"/>
              </a:ext>
            </a:extLst>
          </p:cNvPr>
          <p:cNvSpPr>
            <a:spLocks noGrp="1"/>
          </p:cNvSpPr>
          <p:nvPr>
            <p:ph type="title"/>
          </p:nvPr>
        </p:nvSpPr>
        <p:spPr/>
        <p:txBody>
          <a:bodyPr/>
          <a:lstStyle/>
          <a:p>
            <a:r>
              <a:rPr lang="en-US" dirty="0"/>
              <a:t>Maximize the strength of a 3D printed part</a:t>
            </a:r>
            <a:br>
              <a:rPr lang="en-US" dirty="0"/>
            </a:br>
            <a:r>
              <a:rPr lang="en-US" dirty="0"/>
              <a:t>as a function of internal geometry and printer settings</a:t>
            </a:r>
            <a:br>
              <a:rPr lang="en-US" dirty="0"/>
            </a:br>
            <a:endParaRPr lang="en-US" dirty="0"/>
          </a:p>
        </p:txBody>
      </p:sp>
    </p:spTree>
    <p:extLst>
      <p:ext uri="{BB962C8B-B14F-4D97-AF65-F5344CB8AC3E}">
        <p14:creationId xmlns:p14="http://schemas.microsoft.com/office/powerpoint/2010/main" val="693489825"/>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How to use this supplement (delete before the talk)</a:t>
            </a:r>
          </a:p>
        </p:txBody>
      </p:sp>
      <p:sp>
        <p:nvSpPr>
          <p:cNvPr id="3" name="TextBox 2"/>
          <p:cNvSpPr txBox="1"/>
          <p:nvPr/>
        </p:nvSpPr>
        <p:spPr>
          <a:xfrm>
            <a:off x="502920" y="1737360"/>
            <a:ext cx="11185855" cy="4023360"/>
          </a:xfrm>
          <a:prstGeom prst="rect">
            <a:avLst/>
          </a:prstGeom>
          <a:noFill/>
        </p:spPr>
        <p:txBody>
          <a:bodyPr wrap="square">
            <a:spAutoFit/>
          </a:bodyPr>
          <a:lstStyle/>
          <a:p>
            <a:pPr algn="l">
              <a:spcAft>
                <a:spcPts val="1000"/>
              </a:spcAft>
            </a:pPr>
            <a:r>
              <a:rPr sz="2200" b="0">
                <a:solidFill>
                  <a:srgbClr val="0E2841"/>
                </a:solidFill>
              </a:rPr>
              <a:t>Slides 8–18 are Sterling's EMC 2026 originals — animations intact. Copy with “Keep Source Formatting.”</a:t>
            </a:r>
          </a:p>
          <a:p>
            <a:pPr algn="l">
              <a:spcAft>
                <a:spcPts val="1000"/>
              </a:spcAft>
            </a:pPr>
            <a:r>
              <a:rPr sz="2200" b="0">
                <a:solidFill>
                  <a:srgbClr val="0E2841"/>
                </a:solidFill>
              </a:rPr>
              <a:t>Every video on these slides is a real embedded clip; click to play, no internet needed.</a:t>
            </a:r>
          </a:p>
          <a:p>
            <a:pPr algn="l">
              <a:spcAft>
                <a:spcPts val="1000"/>
              </a:spcAft>
            </a:pPr>
            <a:r>
              <a:rPr sz="2200" b="0">
                <a:solidFill>
                  <a:srgbClr val="0E2841"/>
                </a:solidFill>
              </a:rPr>
              <a:t>Working slides (this one, and the last two) are planning aids, not talk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tensegrity lander can hit the ground at highway speed, bounce, and still get up.</a:t>
            </a:r>
          </a:p>
        </p:txBody>
      </p:sp>
      <p:pic>
        <p:nvPicPr>
          <p:cNvPr id="3" name="clip-titan-descen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NASA Super Ball Bot / NIAC Titan mission concept — 20 s excerpt.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tensegrity holds itself up with rigid struts that never touch, floating in a net of cables.</a:t>
            </a:r>
          </a:p>
        </p:txBody>
      </p:sp>
      <p:pic>
        <p:nvPicPr>
          <p:cNvPr id="3" name="clip-tensegrity-2d-teach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05440" y="1737360"/>
            <a:ext cx="815064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Steve Mould, “Tensegrity Explained” (youtube.com/watch?v=0onncd0_0-o) — 35 s excerpt, played with sound, used with on-screen credit.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Every load path is either pure compression in a strut or pure tension in a cable — nothing in between.</a:t>
            </a:r>
          </a:p>
        </p:txBody>
      </p:sp>
      <p:pic>
        <p:nvPicPr>
          <p:cNvPr id="3" name="Picture 2" descr="fig-tensegrity-anatomy.png"/>
          <p:cNvPicPr>
            <a:picLocks noChangeAspect="1"/>
          </p:cNvPicPr>
          <p:nvPr/>
        </p:nvPicPr>
        <p:blipFill>
          <a:blip r:embed="rId2"/>
          <a:stretch>
            <a:fillRect/>
          </a:stretch>
        </p:blipFill>
        <p:spPr>
          <a:xfrm>
            <a:off x="1661007" y="1737360"/>
            <a:ext cx="8869680" cy="443484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Still from the same clip — Steve Mould, “Tensegrity Explained” (youtube.com/watch?v=0onncd0_0-o).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NASA's idea started with a baby toy: throw it at the floor, nothing breaks — that is a landing robot.</a:t>
            </a:r>
          </a:p>
        </p:txBody>
      </p:sp>
      <p:pic>
        <p:nvPicPr>
          <p:cNvPr id="3" name="clip-nasa-toy-land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Adrian Agogino, NASA Ames — “NASA 360 Talks: Super Ball Bot” (youtube.com/watch?v=0eC4A2PXM-U), first 16 s.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Crushable honeycomb absorbs one impact; a tensegrity structure survives drop after drop.</a:t>
            </a:r>
          </a:p>
        </p:txBody>
      </p:sp>
      <p:pic>
        <p:nvPicPr>
          <p:cNvPr id="3" name="clip-superball-3m-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28018" y="1737360"/>
            <a:ext cx="810548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SUPERball v2 3.4 m drop — IEEE Spectrum / NASA Ames (youtube.com/watch?v=hkzeE6BVNIk), 10 s excerpt.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impact structures already exist — every one of them was designed and assembled by hand.</a:t>
            </a:r>
          </a:p>
        </p:txBody>
      </p:sp>
      <p:sp>
        <p:nvSpPr>
          <p:cNvPr id="3" name="TextBox 2"/>
          <p:cNvSpPr txBox="1"/>
          <p:nvPr/>
        </p:nvSpPr>
        <p:spPr>
          <a:xfrm>
            <a:off x="502920" y="1737360"/>
            <a:ext cx="10515600" cy="4023360"/>
          </a:xfrm>
          <a:prstGeom prst="rect">
            <a:avLst/>
          </a:prstGeom>
          <a:noFill/>
        </p:spPr>
        <p:txBody>
          <a:bodyPr wrap="square">
            <a:spAutoFit/>
          </a:bodyPr>
          <a:lstStyle/>
          <a:p>
            <a:pPr algn="l">
              <a:spcAft>
                <a:spcPts val="1000"/>
              </a:spcAft>
            </a:pPr>
            <a:r>
              <a:rPr sz="2600" b="0">
                <a:solidFill>
                  <a:srgbClr val="0E2841"/>
                </a:solidFill>
              </a:rPr>
              <a:t>NASA SUPERball v2 — hand-built, one design, no optimization loop</a:t>
            </a:r>
          </a:p>
          <a:p>
            <a:pPr algn="l">
              <a:spcAft>
                <a:spcPts val="1000"/>
              </a:spcAft>
            </a:pPr>
            <a:r>
              <a:rPr sz="2600" b="0">
                <a:solidFill>
                  <a:srgbClr val="0E2841"/>
                </a:solidFill>
              </a:rPr>
              <a:t>Davami 2025 — printed tensegrity, characterized but not optimized</a:t>
            </a:r>
          </a:p>
          <a:p>
            <a:pPr algn="l">
              <a:spcAft>
                <a:spcPts val="1000"/>
              </a:spcAft>
            </a:pPr>
            <a:r>
              <a:rPr sz="2600" b="0">
                <a:solidFill>
                  <a:srgbClr val="0E2841"/>
                </a:solidFill>
              </a:rPr>
              <a:t>Gu &amp; Dotov — tensegrity crutch tip: the application pull is real</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TODO before freeze: verify citations against manuscript/references.bib.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Nobody closes the loop: print the structure, drop it, and let the measured data choose the next design.</a:t>
            </a:r>
          </a:p>
        </p:txBody>
      </p:sp>
      <p:sp>
        <p:nvSpPr>
          <p:cNvPr id="3" name="TextBox 2"/>
          <p:cNvSpPr txBox="1"/>
          <p:nvPr/>
        </p:nvSpPr>
        <p:spPr>
          <a:xfrm>
            <a:off x="502920" y="1737360"/>
            <a:ext cx="5212080" cy="3840480"/>
          </a:xfrm>
          <a:prstGeom prst="rect">
            <a:avLst/>
          </a:prstGeom>
          <a:noFill/>
        </p:spPr>
        <p:txBody>
          <a:bodyPr wrap="square">
            <a:spAutoFit/>
          </a:bodyPr>
          <a:lstStyle/>
          <a:p>
            <a:pPr algn="l">
              <a:spcAft>
                <a:spcPts val="1400"/>
              </a:spcAft>
            </a:pPr>
            <a:r>
              <a:rPr sz="2600" b="1">
                <a:solidFill>
                  <a:srgbClr val="595959"/>
                </a:solidFill>
              </a:rPr>
              <a:t>TODAY</a:t>
            </a:r>
          </a:p>
          <a:p>
            <a:pPr algn="l">
              <a:spcAft>
                <a:spcPts val="1400"/>
              </a:spcAft>
            </a:pPr>
            <a:r>
              <a:rPr sz="2600" b="0">
                <a:solidFill>
                  <a:srgbClr val="595959"/>
                </a:solidFill>
              </a:rPr>
              <a:t>Hand-tuned geometry</a:t>
            </a:r>
          </a:p>
          <a:p>
            <a:pPr algn="l">
              <a:spcAft>
                <a:spcPts val="1400"/>
              </a:spcAft>
            </a:pPr>
            <a:r>
              <a:rPr sz="2600" b="0">
                <a:solidFill>
                  <a:srgbClr val="595959"/>
                </a:solidFill>
              </a:rPr>
              <a:t>Simulation, rarely validated</a:t>
            </a:r>
          </a:p>
          <a:p>
            <a:pPr algn="l">
              <a:spcAft>
                <a:spcPts val="1400"/>
              </a:spcAft>
            </a:pPr>
            <a:r>
              <a:rPr sz="2600" b="0">
                <a:solidFill>
                  <a:srgbClr val="595959"/>
                </a:solidFill>
              </a:rPr>
              <a:t>One-off demonstrations</a:t>
            </a:r>
          </a:p>
        </p:txBody>
      </p:sp>
      <p:sp>
        <p:nvSpPr>
          <p:cNvPr id="4" name="TextBox 3"/>
          <p:cNvSpPr txBox="1"/>
          <p:nvPr/>
        </p:nvSpPr>
        <p:spPr>
          <a:xfrm>
            <a:off x="6400800" y="1737360"/>
            <a:ext cx="5212080" cy="3840480"/>
          </a:xfrm>
          <a:prstGeom prst="rect">
            <a:avLst/>
          </a:prstGeom>
          <a:noFill/>
        </p:spPr>
        <p:txBody>
          <a:bodyPr wrap="square">
            <a:spAutoFit/>
          </a:bodyPr>
          <a:lstStyle/>
          <a:p>
            <a:pPr algn="l">
              <a:spcAft>
                <a:spcPts val="1400"/>
              </a:spcAft>
            </a:pPr>
            <a:r>
              <a:rPr sz="2600" b="1">
                <a:solidFill>
                  <a:srgbClr val="156082"/>
                </a:solidFill>
              </a:rPr>
              <a:t>THIS WORK</a:t>
            </a:r>
          </a:p>
          <a:p>
            <a:pPr algn="l">
              <a:spcAft>
                <a:spcPts val="1400"/>
              </a:spcAft>
            </a:pPr>
            <a:r>
              <a:rPr sz="2600" b="0">
                <a:solidFill>
                  <a:srgbClr val="156082"/>
                </a:solidFill>
              </a:rPr>
              <a:t>The drop test is the objective</a:t>
            </a:r>
          </a:p>
          <a:p>
            <a:pPr algn="l">
              <a:spcAft>
                <a:spcPts val="1400"/>
              </a:spcAft>
            </a:pPr>
            <a:r>
              <a:rPr sz="2600" b="0">
                <a:solidFill>
                  <a:srgbClr val="156082"/>
                </a:solidFill>
              </a:rPr>
              <a:t>Trade-offs learned from shock data</a:t>
            </a:r>
          </a:p>
          <a:p>
            <a:pPr algn="l">
              <a:spcAft>
                <a:spcPts val="1400"/>
              </a:spcAft>
            </a:pPr>
            <a:r>
              <a:rPr sz="2600" b="0">
                <a:solidFill>
                  <a:srgbClr val="156082"/>
                </a:solidFill>
              </a:rPr>
              <a:t>One printer, one tower, one loop</a:t>
            </a:r>
          </a:p>
        </p:txBody>
      </p:sp>
      <p:sp>
        <p:nvSpPr>
          <p:cNvPr id="5" name="Right Arrow 4"/>
          <p:cNvSpPr/>
          <p:nvPr/>
        </p:nvSpPr>
        <p:spPr>
          <a:xfrm>
            <a:off x="5532120" y="3154680"/>
            <a:ext cx="822960" cy="54864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Honest caveat, in the same breath: as printed, these are tensegrity-inspired, not true tensegrity.</a:t>
            </a:r>
          </a:p>
        </p:txBody>
      </p:sp>
      <p:sp>
        <p:nvSpPr>
          <p:cNvPr id="3" name="TextBox 2"/>
          <p:cNvSpPr txBox="1"/>
          <p:nvPr/>
        </p:nvSpPr>
        <p:spPr>
          <a:xfrm>
            <a:off x="502920" y="2148840"/>
            <a:ext cx="6766560" cy="3474720"/>
          </a:xfrm>
          <a:prstGeom prst="rect">
            <a:avLst/>
          </a:prstGeom>
          <a:noFill/>
        </p:spPr>
        <p:txBody>
          <a:bodyPr wrap="square">
            <a:spAutoFit/>
          </a:bodyPr>
          <a:lstStyle/>
          <a:p>
            <a:pPr algn="l">
              <a:spcAft>
                <a:spcPts val="2600"/>
              </a:spcAft>
            </a:pPr>
            <a:r>
              <a:rPr sz="2600" b="0">
                <a:solidFill>
                  <a:srgbClr val="0E2841"/>
                </a:solidFill>
              </a:rPr>
              <a:t>The black TPU members are not pre-tensioned — and they stretch.</a:t>
            </a:r>
          </a:p>
          <a:p>
            <a:pPr algn="l">
              <a:spcAft>
                <a:spcPts val="2600"/>
              </a:spcAft>
            </a:pPr>
            <a:r>
              <a:rPr sz="2600" b="0">
                <a:solidFill>
                  <a:srgbClr val="0E2841"/>
                </a:solidFill>
              </a:rPr>
              <a:t>Next: pre-tensioned prints, plus hand-built true-tensegrity validation specimens.</a:t>
            </a:r>
          </a:p>
        </p:txBody>
      </p:sp>
      <p:pic>
        <p:nvPicPr>
          <p:cNvPr id="4" name="Picture 3" descr="photo-specimen.jpg"/>
          <p:cNvPicPr>
            <a:picLocks noChangeAspect="1"/>
          </p:cNvPicPr>
          <p:nvPr/>
        </p:nvPicPr>
        <p:blipFill>
          <a:blip r:embed="rId2"/>
          <a:stretch>
            <a:fillRect/>
          </a:stretch>
        </p:blipFill>
        <p:spPr>
          <a:xfrm>
            <a:off x="7635240" y="2170497"/>
            <a:ext cx="4023360" cy="3705726"/>
          </a:xfrm>
          <a:prstGeom prst="rect">
            <a:avLst/>
          </a:prstGeom>
        </p:spPr>
      </p:pic>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Printed PLA–TPU T3 prism, prc1kn — frame from our own 959 fps drop footage.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machine lays down the rigid struts and the stretchy cables in a single build.</a:t>
            </a:r>
          </a:p>
        </p:txBody>
      </p:sp>
      <p:pic>
        <p:nvPicPr>
          <p:cNvPr id="3" name="clip-print-timelaps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806440" y="2127613"/>
            <a:ext cx="5897880" cy="3791494"/>
          </a:xfrm>
          <a:prstGeom prst="rect">
            <a:avLst/>
          </a:prstGeom>
        </p:spPr>
      </p:pic>
      <p:sp>
        <p:nvSpPr>
          <p:cNvPr id="4" name="TextBox 3"/>
          <p:cNvSpPr txBox="1"/>
          <p:nvPr/>
        </p:nvSpPr>
        <p:spPr>
          <a:xfrm>
            <a:off x="502920" y="2331720"/>
            <a:ext cx="5029200" cy="3474720"/>
          </a:xfrm>
          <a:prstGeom prst="rect">
            <a:avLst/>
          </a:prstGeom>
          <a:noFill/>
        </p:spPr>
        <p:txBody>
          <a:bodyPr wrap="square">
            <a:spAutoFit/>
          </a:bodyPr>
          <a:lstStyle/>
          <a:p>
            <a:pPr algn="l">
              <a:spcAft>
                <a:spcPts val="2600"/>
              </a:spcAft>
            </a:pPr>
            <a:r>
              <a:rPr sz="2600" b="0">
                <a:solidFill>
                  <a:srgbClr val="0E2841"/>
                </a:solidFill>
              </a:rPr>
              <a:t>Bambu Lab H2D, two materials: PLA struts, TPU cables</a:t>
            </a:r>
          </a:p>
          <a:p>
            <a:pPr algn="l">
              <a:spcAft>
                <a:spcPts val="2600"/>
              </a:spcAft>
            </a:pPr>
            <a:r>
              <a:rPr sz="2600" b="0">
                <a:solidFill>
                  <a:srgbClr val="0E2841"/>
                </a:solidFill>
              </a:rPr>
              <a:t>No jig, no knots, no post-assembly step</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print timelapse, TT3_01 — 16 s excerpt (youtube.com/watch?v=nQNmi-NiL5I, BYU Vertical Cloud Lab).</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Printing it in one build is not the same as getting it out clean — supports still come off by hand.</a:t>
            </a:r>
          </a:p>
        </p:txBody>
      </p:sp>
      <p:pic>
        <p:nvPicPr>
          <p:cNvPr id="3" name="clip-support-removal.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3825238" y="1828800"/>
            <a:ext cx="7802880" cy="4389120"/>
          </a:xfrm>
          <a:prstGeom prst="rect">
            <a:avLst/>
          </a:prstGeom>
        </p:spPr>
      </p:pic>
      <p:sp>
        <p:nvSpPr>
          <p:cNvPr id="4" name="TextBox 3"/>
          <p:cNvSpPr txBox="1"/>
          <p:nvPr/>
        </p:nvSpPr>
        <p:spPr>
          <a:xfrm>
            <a:off x="502920" y="2377440"/>
            <a:ext cx="3017520" cy="3108960"/>
          </a:xfrm>
          <a:prstGeom prst="rect">
            <a:avLst/>
          </a:prstGeom>
          <a:noFill/>
        </p:spPr>
        <p:txBody>
          <a:bodyPr wrap="square">
            <a:spAutoFit/>
          </a:bodyPr>
          <a:lstStyle/>
          <a:p>
            <a:pPr algn="l">
              <a:spcAft>
                <a:spcPts val="1000"/>
              </a:spcAft>
            </a:pPr>
            <a:r>
              <a:rPr sz="2400" b="0">
                <a:solidFill>
                  <a:srgbClr val="595959"/>
                </a:solidFill>
              </a:rPr>
              <a:t>The honest bottleneck in the loop today</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 manual support removal on a T3 prism (PR #35, 2026-06-09).</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whole experiment takes a quarter of a second — here it is in real time.</a:t>
            </a:r>
          </a:p>
        </p:txBody>
      </p:sp>
      <p:pic>
        <p:nvPicPr>
          <p:cNvPr id="3" name="clip-drop-afa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 drop tower, BYU Smart Materials lab. Play with sound.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phone in slow motion is enough to see the drop — and to hear the impact.</a:t>
            </a:r>
          </a:p>
        </p:txBody>
      </p:sp>
      <p:pic>
        <p:nvPicPr>
          <p:cNvPr id="3" name="clip-drop-phone-audi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119586" y="1691640"/>
            <a:ext cx="2597467" cy="4617720"/>
          </a:xfrm>
          <a:prstGeom prst="rect">
            <a:avLst/>
          </a:prstGeom>
        </p:spPr>
      </p:pic>
      <p:sp>
        <p:nvSpPr>
          <p:cNvPr id="4" name="TextBox 3"/>
          <p:cNvSpPr txBox="1"/>
          <p:nvPr/>
        </p:nvSpPr>
        <p:spPr>
          <a:xfrm>
            <a:off x="502920" y="2240280"/>
            <a:ext cx="6309360" cy="3566160"/>
          </a:xfrm>
          <a:prstGeom prst="rect">
            <a:avLst/>
          </a:prstGeom>
          <a:noFill/>
        </p:spPr>
        <p:txBody>
          <a:bodyPr wrap="square">
            <a:spAutoFit/>
          </a:bodyPr>
          <a:lstStyle/>
          <a:p>
            <a:pPr algn="l">
              <a:spcAft>
                <a:spcPts val="2400"/>
              </a:spcAft>
            </a:pPr>
            <a:r>
              <a:rPr sz="2500" b="0">
                <a:solidFill>
                  <a:srgbClr val="0E2841"/>
                </a:solidFill>
              </a:rPr>
              <a:t>Free, instant, and good enough to catch setup mistakes</a:t>
            </a:r>
          </a:p>
          <a:p>
            <a:pPr algn="l">
              <a:spcAft>
                <a:spcPts val="2400"/>
              </a:spcAft>
            </a:pPr>
            <a:r>
              <a:rPr sz="2500" b="0">
                <a:solidFill>
                  <a:srgbClr val="0E2841"/>
                </a:solidFill>
              </a:rPr>
              <a:t>How we caught a specimen lifting off and a sensor coming loose</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 specimen n0jdwk, 13 in drop (PR #67). Play with sound.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High-speed video shows the structure spring back and hold its shape.</a:t>
            </a:r>
          </a:p>
        </p:txBody>
      </p:sp>
      <p:pic>
        <p:nvPicPr>
          <p:cNvPr id="3" name="clip-our-slomo-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903720" y="1737360"/>
            <a:ext cx="4572000" cy="4572000"/>
          </a:xfrm>
          <a:prstGeom prst="rect">
            <a:avLst/>
          </a:prstGeom>
        </p:spPr>
      </p:pic>
      <p:sp>
        <p:nvSpPr>
          <p:cNvPr id="4" name="TextBox 3"/>
          <p:cNvSpPr txBox="1"/>
          <p:nvPr/>
        </p:nvSpPr>
        <p:spPr>
          <a:xfrm>
            <a:off x="502920" y="2148840"/>
            <a:ext cx="5760720" cy="4023360"/>
          </a:xfrm>
          <a:prstGeom prst="rect">
            <a:avLst/>
          </a:prstGeom>
          <a:noFill/>
        </p:spPr>
        <p:txBody>
          <a:bodyPr wrap="square">
            <a:spAutoFit/>
          </a:bodyPr>
          <a:lstStyle/>
          <a:p>
            <a:pPr algn="l">
              <a:spcAft>
                <a:spcPts val="4000"/>
              </a:spcAft>
            </a:pPr>
            <a:r>
              <a:rPr sz="2600" b="0">
                <a:solidFill>
                  <a:srgbClr val="0E2841"/>
                </a:solidFill>
              </a:rPr>
              <a:t>Sony RX100 IV, 959 fps</a:t>
            </a:r>
          </a:p>
          <a:p>
            <a:pPr algn="l">
              <a:spcAft>
                <a:spcPts val="4000"/>
              </a:spcAft>
            </a:pPr>
            <a:r>
              <a:rPr sz="2600" b="0">
                <a:solidFill>
                  <a:srgbClr val="0E2841"/>
                </a:solidFill>
              </a:rPr>
              <a:t>Rebound, sag and recovery over the next 150 ms</a:t>
            </a:r>
          </a:p>
          <a:p>
            <a:pPr algn="l">
              <a:spcAft>
                <a:spcPts val="4000"/>
              </a:spcAft>
            </a:pPr>
            <a:r>
              <a:rPr sz="2600" b="0">
                <a:solidFill>
                  <a:srgbClr val="0E2841"/>
                </a:solidFill>
              </a:rPr>
              <a:t>No permanent deformation — the specimen goes back in the tower</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prc1kn specimen, 60 in drop, 5-felt input (data/drop-tests/prc1kn-60in-5felt/video/).</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top vertex leaves the impact at 0.7 times the speed it arrived — it springs back.</a:t>
            </a:r>
          </a:p>
        </p:txBody>
      </p:sp>
      <p:pic>
        <p:nvPicPr>
          <p:cNvPr id="3" name="clip-drop-highspee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850123" y="1737360"/>
            <a:ext cx="3319272" cy="4526280"/>
          </a:xfrm>
          <a:prstGeom prst="rect">
            <a:avLst/>
          </a:prstGeom>
        </p:spPr>
      </p:pic>
      <p:sp>
        <p:nvSpPr>
          <p:cNvPr id="4" name="TextBox 3"/>
          <p:cNvSpPr txBox="1"/>
          <p:nvPr/>
        </p:nvSpPr>
        <p:spPr>
          <a:xfrm>
            <a:off x="502920" y="2240280"/>
            <a:ext cx="6492240" cy="3566160"/>
          </a:xfrm>
          <a:prstGeom prst="rect">
            <a:avLst/>
          </a:prstGeom>
          <a:noFill/>
        </p:spPr>
        <p:txBody>
          <a:bodyPr wrap="square">
            <a:spAutoFit/>
          </a:bodyPr>
          <a:lstStyle/>
          <a:p>
            <a:pPr algn="l">
              <a:spcAft>
                <a:spcPts val="2400"/>
              </a:spcAft>
            </a:pPr>
            <a:r>
              <a:rPr sz="2500" b="0">
                <a:solidFill>
                  <a:srgbClr val="0E2841"/>
                </a:solidFill>
              </a:rPr>
              <a:t>Elastic re-extension, not permanent collapse</a:t>
            </a:r>
          </a:p>
          <a:p>
            <a:pPr algn="l">
              <a:spcAft>
                <a:spcPts val="2400"/>
              </a:spcAft>
            </a:pPr>
            <a:r>
              <a:rPr sz="2500" b="0">
                <a:solidFill>
                  <a:srgbClr val="0E2841"/>
                </a:solidFill>
              </a:rPr>
              <a:t>Measured on both validation specimens; both intact afterwards</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960 fps footage — specimen 7xadt6, 60 in / 5-felt validation campaign (PR #86 branch).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clean shock, an elastic rebound, and the brake catches the carriage 79 ms later.</a:t>
            </a:r>
          </a:p>
        </p:txBody>
      </p:sp>
      <p:pic>
        <p:nvPicPr>
          <p:cNvPr id="3" name="Picture 2" descr="fig-video-montage.png"/>
          <p:cNvPicPr>
            <a:picLocks noChangeAspect="1"/>
          </p:cNvPicPr>
          <p:nvPr/>
        </p:nvPicPr>
        <p:blipFill>
          <a:blip r:embed="rId2"/>
          <a:stretch>
            <a:fillRect/>
          </a:stretch>
        </p:blipFill>
        <p:spPr>
          <a:xfrm>
            <a:off x="502920" y="2024214"/>
            <a:ext cx="11185855" cy="3998291"/>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959.04 fps.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camera measures the bounce; the accelerometer measures the force.</a:t>
            </a:r>
          </a:p>
        </p:txBody>
      </p:sp>
      <p:pic>
        <p:nvPicPr>
          <p:cNvPr id="3" name="Picture 2" descr="fig-video-impact-zoom.png"/>
          <p:cNvPicPr>
            <a:picLocks noChangeAspect="1"/>
          </p:cNvPicPr>
          <p:nvPr/>
        </p:nvPicPr>
        <p:blipFill>
          <a:blip r:embed="rId2"/>
          <a:stretch>
            <a:fillRect/>
          </a:stretch>
        </p:blipFill>
        <p:spPr>
          <a:xfrm>
            <a:off x="623672" y="1828800"/>
            <a:ext cx="6616495" cy="4434840"/>
          </a:xfrm>
          <a:prstGeom prst="rect">
            <a:avLst/>
          </a:prstGeom>
        </p:spPr>
      </p:pic>
      <p:sp>
        <p:nvSpPr>
          <p:cNvPr id="4" name="TextBox 3"/>
          <p:cNvSpPr txBox="1"/>
          <p:nvPr/>
        </p:nvSpPr>
        <p:spPr>
          <a:xfrm>
            <a:off x="7635240" y="2148840"/>
            <a:ext cx="4023360" cy="3931920"/>
          </a:xfrm>
          <a:prstGeom prst="rect">
            <a:avLst/>
          </a:prstGeom>
          <a:noFill/>
        </p:spPr>
        <p:txBody>
          <a:bodyPr wrap="square">
            <a:spAutoFit/>
          </a:bodyPr>
          <a:lstStyle/>
          <a:p>
            <a:pPr algn="l">
              <a:spcAft>
                <a:spcPts val="2400"/>
              </a:spcAft>
            </a:pPr>
            <a:r>
              <a:rPr sz="2500" b="0">
                <a:solidFill>
                  <a:srgbClr val="0E2841"/>
                </a:solidFill>
              </a:rPr>
              <a:t>Camera → rebound: e* = 0.45, and the structure survives</a:t>
            </a:r>
          </a:p>
          <a:p>
            <a:pPr algn="l">
              <a:spcAft>
                <a:spcPts val="2400"/>
              </a:spcAft>
            </a:pPr>
            <a:r>
              <a:rPr sz="2500" b="0">
                <a:solidFill>
                  <a:srgbClr val="0E2841"/>
                </a:solidFill>
              </a:rPr>
              <a:t>Accelerometer → peak force, energy absorbed, compaction</a:t>
            </a:r>
          </a:p>
          <a:p>
            <a:pPr algn="l">
              <a:spcAft>
                <a:spcPts val="2400"/>
              </a:spcAft>
            </a:pPr>
            <a:r>
              <a:rPr sz="2500" b="0">
                <a:solidFill>
                  <a:srgbClr val="0E2841"/>
                </a:solidFill>
              </a:rPr>
              <a:t>Together they cover the whole event</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 fps; TP4 accelerometer at 125 kHz.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drop tower with an instrumented payload measures the force that actually reaches the payload.</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600" b="0">
                <a:solidFill>
                  <a:srgbClr val="0E2841"/>
                </a:solidFill>
              </a:rPr>
              <a:t>Lansmont M23 tower · Dytran 3133A4 accelerometers</a:t>
            </a:r>
          </a:p>
          <a:p>
            <a:pPr algn="l">
              <a:spcAft>
                <a:spcPts val="1600"/>
              </a:spcAft>
            </a:pPr>
            <a:r>
              <a:rPr sz="2600" b="0">
                <a:solidFill>
                  <a:srgbClr val="0E2841"/>
                </a:solidFill>
              </a:rPr>
              <a:t>TP4 DAQ at 125 kHz — this is the instrument that sees the pulse</a:t>
            </a:r>
          </a:p>
          <a:p>
            <a:pPr algn="l">
              <a:spcAft>
                <a:spcPts val="1600"/>
              </a:spcAft>
            </a:pPr>
            <a:r>
              <a:rPr sz="2600" b="0">
                <a:solidFill>
                  <a:srgbClr val="0E2841"/>
                </a:solidFill>
              </a:rPr>
              <a:t>Standard test: 60 in drop onto 5 felts, repeated per specimen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Setup and standard conditions per the drop-test protocol (PR #86 branch); 25 kHz is the measured floor for the current pipeline (issue #89 sample-rate study).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SAE J211 filtering turns raw ringing into the three numbers the optimizer actually uses.</a:t>
            </a:r>
          </a:p>
        </p:txBody>
      </p:sp>
      <p:pic>
        <p:nvPicPr>
          <p:cNvPr id="3" name="Picture 2" descr="fig-impact-zoom-cfc.png"/>
          <p:cNvPicPr>
            <a:picLocks noChangeAspect="1"/>
          </p:cNvPicPr>
          <p:nvPr/>
        </p:nvPicPr>
        <p:blipFill>
          <a:blip r:embed="rId2"/>
          <a:stretch>
            <a:fillRect/>
          </a:stretch>
        </p:blipFill>
        <p:spPr>
          <a:xfrm>
            <a:off x="502920" y="1795938"/>
            <a:ext cx="11185855" cy="2443163"/>
          </a:xfrm>
          <a:prstGeom prst="rect">
            <a:avLst/>
          </a:prstGeom>
        </p:spPr>
      </p:pic>
      <p:sp>
        <p:nvSpPr>
          <p:cNvPr id="4" name="TextBox 3"/>
          <p:cNvSpPr txBox="1"/>
          <p:nvPr/>
        </p:nvSpPr>
        <p:spPr>
          <a:xfrm>
            <a:off x="502920" y="4526280"/>
            <a:ext cx="11155680" cy="1737360"/>
          </a:xfrm>
          <a:prstGeom prst="rect">
            <a:avLst/>
          </a:prstGeom>
          <a:noFill/>
        </p:spPr>
        <p:txBody>
          <a:bodyPr wrap="square">
            <a:spAutoFit/>
          </a:bodyPr>
          <a:lstStyle/>
          <a:p>
            <a:pPr algn="l">
              <a:spcAft>
                <a:spcPts val="1000"/>
              </a:spcAft>
            </a:pPr>
            <a:r>
              <a:rPr sz="2600" b="0">
                <a:solidFill>
                  <a:srgbClr val="156082"/>
                </a:solidFill>
              </a:rPr>
              <a:t>Peak transmitted force  ·  specific energy absorbed  ·  compaction efficiency</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Raw vs. CFC-1000 vs. CFC-180 on the same impact window.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drop becomes one row of data: three numbers and the scatter around them.</a:t>
            </a:r>
          </a:p>
        </p:txBody>
      </p:sp>
      <p:sp>
        <p:nvSpPr>
          <p:cNvPr id="3" name="Rounded Rectangle 2"/>
          <p:cNvSpPr/>
          <p:nvPr/>
        </p:nvSpPr>
        <p:spPr>
          <a:xfrm>
            <a:off x="502920" y="2331720"/>
            <a:ext cx="2487168" cy="16916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Raw</a:t>
            </a:r>
          </a:p>
          <a:p>
            <a:r>
              <a:rPr sz="1600"/>
              <a:t>1.25 MHz</a:t>
            </a:r>
            <a:br/>
            <a:r>
              <a:rPr sz="1600"/>
              <a:t>4 channels</a:t>
            </a:r>
          </a:p>
        </p:txBody>
      </p:sp>
      <p:sp>
        <p:nvSpPr>
          <p:cNvPr id="4" name="Right Arrow 3"/>
          <p:cNvSpPr/>
          <p:nvPr/>
        </p:nvSpPr>
        <p:spPr>
          <a:xfrm>
            <a:off x="3020088" y="2971800"/>
            <a:ext cx="26004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310128" y="2331720"/>
            <a:ext cx="2487168" cy="16916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Baseline</a:t>
            </a:r>
          </a:p>
          <a:p>
            <a:r>
              <a:rPr sz="1600"/>
              <a:t>pre-trigger</a:t>
            </a:r>
            <a:br/>
            <a:r>
              <a:rPr sz="1600"/>
              <a:t>median</a:t>
            </a:r>
          </a:p>
        </p:txBody>
      </p:sp>
      <p:sp>
        <p:nvSpPr>
          <p:cNvPr id="6" name="Right Arrow 5"/>
          <p:cNvSpPr/>
          <p:nvPr/>
        </p:nvSpPr>
        <p:spPr>
          <a:xfrm>
            <a:off x="5827296" y="2971800"/>
            <a:ext cx="26004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117336" y="2331720"/>
            <a:ext cx="2487168" cy="16916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J211 filter</a:t>
            </a:r>
          </a:p>
          <a:p>
            <a:r>
              <a:rPr sz="1600"/>
              <a:t>CFC-180</a:t>
            </a:r>
            <a:br/>
            <a:r>
              <a:rPr sz="1600"/>
              <a:t>and CFC-1000</a:t>
            </a:r>
          </a:p>
        </p:txBody>
      </p:sp>
      <p:sp>
        <p:nvSpPr>
          <p:cNvPr id="8" name="Right Arrow 7"/>
          <p:cNvSpPr/>
          <p:nvPr/>
        </p:nvSpPr>
        <p:spPr>
          <a:xfrm>
            <a:off x="8634504" y="2971800"/>
            <a:ext cx="26004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924544" y="2331720"/>
            <a:ext cx="2487168" cy="1691640"/>
          </a:xfrm>
          <a:prstGeom prst="round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Metrics</a:t>
            </a:r>
          </a:p>
          <a:p>
            <a:r>
              <a:rPr sz="1600"/>
              <a:t>peak force, SEA,</a:t>
            </a:r>
            <a:br/>
            <a:r>
              <a:rPr sz="1600"/>
              <a:t>compaction</a:t>
            </a:r>
          </a:p>
        </p:txBody>
      </p:sp>
      <p:sp>
        <p:nvSpPr>
          <p:cNvPr id="10" name="TextBox 9"/>
          <p:cNvSpPr txBox="1"/>
          <p:nvPr/>
        </p:nvSpPr>
        <p:spPr>
          <a:xfrm>
            <a:off x="502920" y="4526280"/>
            <a:ext cx="11155680" cy="1645920"/>
          </a:xfrm>
          <a:prstGeom prst="rect">
            <a:avLst/>
          </a:prstGeom>
          <a:noFill/>
        </p:spPr>
        <p:txBody>
          <a:bodyPr wrap="square">
            <a:spAutoFit/>
          </a:bodyPr>
          <a:lstStyle/>
          <a:p>
            <a:pPr algn="l">
              <a:spcAft>
                <a:spcPts val="1000"/>
              </a:spcAft>
            </a:pPr>
            <a:r>
              <a:rPr sz="2400" b="0">
                <a:solidFill>
                  <a:srgbClr val="0E2841"/>
                </a:solidFill>
              </a:rPr>
              <a:t>Replicate drops give the noise model the optimizer needs — a single drop is never one point.</a:t>
            </a:r>
          </a:p>
        </p:txBody>
      </p:sp>
      <p:sp>
        <p:nvSpPr>
          <p:cNvPr id="11" name="TextBox 10"/>
          <p:cNvSpPr txBox="1"/>
          <p:nvPr/>
        </p:nvSpPr>
        <p:spPr>
          <a:xfrm>
            <a:off x="502920" y="6419088"/>
            <a:ext cx="11185855" cy="310896"/>
          </a:xfrm>
          <a:prstGeom prst="rect">
            <a:avLst/>
          </a:prstGeom>
          <a:noFill/>
        </p:spPr>
        <p:txBody>
          <a:bodyPr wrap="square">
            <a:spAutoFit/>
          </a:bodyPr>
          <a:lstStyle/>
          <a:p>
            <a:r>
              <a:rPr sz="1200" i="1">
                <a:solidFill>
                  <a:srgbClr val="595959"/>
                </a:solidFill>
              </a:rPr>
              <a:t>scripts/analysis/drop_test_*_analysis.py on the PR #86 branch; raw CSVs committed next to every campaign.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SAE J211 sets the filter, not us — and the class you pick changes the peak by a factor of two.</a:t>
            </a:r>
          </a:p>
        </p:txBody>
      </p:sp>
      <p:pic>
        <p:nvPicPr>
          <p:cNvPr id="3" name="Picture 2" descr="fig-baseline-and-cfc.png"/>
          <p:cNvPicPr>
            <a:picLocks noChangeAspect="1"/>
          </p:cNvPicPr>
          <p:nvPr/>
        </p:nvPicPr>
        <p:blipFill>
          <a:blip r:embed="rId2"/>
          <a:stretch>
            <a:fillRect/>
          </a:stretch>
        </p:blipFill>
        <p:spPr>
          <a:xfrm>
            <a:off x="502920" y="1769987"/>
            <a:ext cx="11185855" cy="3775226"/>
          </a:xfrm>
          <a:prstGeom prst="rect">
            <a:avLst/>
          </a:prstGeom>
        </p:spPr>
      </p:pic>
      <p:sp>
        <p:nvSpPr>
          <p:cNvPr id="4" name="TextBox 3"/>
          <p:cNvSpPr txBox="1"/>
          <p:nvPr/>
        </p:nvSpPr>
        <p:spPr>
          <a:xfrm>
            <a:off x="502920" y="5715000"/>
            <a:ext cx="11155680" cy="640080"/>
          </a:xfrm>
          <a:prstGeom prst="rect">
            <a:avLst/>
          </a:prstGeom>
          <a:noFill/>
        </p:spPr>
        <p:txBody>
          <a:bodyPr wrap="square">
            <a:spAutoFit/>
          </a:bodyPr>
          <a:lstStyle/>
          <a:p>
            <a:pPr algn="l">
              <a:spcAft>
                <a:spcPts val="1000"/>
              </a:spcAft>
            </a:pPr>
            <a:r>
              <a:rPr sz="2400" b="0">
                <a:solidFill>
                  <a:srgbClr val="156082"/>
                </a:solidFill>
              </a:rPr>
              <a:t>Same drop, same sensor: raw 567 G · CFC-1000 344 G · CFC-180 245 G</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Specimen bpx68c, Signal 11 (data/drop-tests/pu-configs/). Two-pole Butterworth, forward and backward, per SAE J211-1.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We report both bands because they answer two different questions.</a:t>
            </a:r>
          </a:p>
        </p:txBody>
      </p:sp>
      <p:sp>
        <p:nvSpPr>
          <p:cNvPr id="3" name="TextBox 2"/>
          <p:cNvSpPr txBox="1"/>
          <p:nvPr/>
        </p:nvSpPr>
        <p:spPr>
          <a:xfrm>
            <a:off x="502920" y="1920240"/>
            <a:ext cx="5486400" cy="3931920"/>
          </a:xfrm>
          <a:prstGeom prst="rect">
            <a:avLst/>
          </a:prstGeom>
          <a:noFill/>
        </p:spPr>
        <p:txBody>
          <a:bodyPr wrap="square">
            <a:spAutoFit/>
          </a:bodyPr>
          <a:lstStyle/>
          <a:p>
            <a:pPr algn="l">
              <a:spcAft>
                <a:spcPts val="1800"/>
              </a:spcAft>
            </a:pPr>
            <a:r>
              <a:rPr sz="2500" b="1">
                <a:solidFill>
                  <a:srgbClr val="156082"/>
                </a:solidFill>
              </a:rPr>
              <a:t>CFC-180 · 300 Hz</a:t>
            </a:r>
          </a:p>
          <a:p>
            <a:pPr algn="l">
              <a:spcAft>
                <a:spcPts val="1800"/>
              </a:spcAft>
            </a:pPr>
            <a:r>
              <a:rPr sz="2500" b="0">
                <a:solidFill>
                  <a:srgbClr val="156082"/>
                </a:solidFill>
              </a:rPr>
              <a:t>“What does the payload feel?”</a:t>
            </a:r>
          </a:p>
          <a:p>
            <a:pPr algn="l">
              <a:spcAft>
                <a:spcPts val="1800"/>
              </a:spcAft>
            </a:pPr>
            <a:r>
              <a:rPr sz="2500" b="0">
                <a:solidFill>
                  <a:srgbClr val="156082"/>
                </a:solidFill>
              </a:rPr>
              <a:t>Smooth pulse, stable peak, the number that goes in the force constraint</a:t>
            </a:r>
          </a:p>
        </p:txBody>
      </p:sp>
      <p:sp>
        <p:nvSpPr>
          <p:cNvPr id="4" name="TextBox 3"/>
          <p:cNvSpPr txBox="1"/>
          <p:nvPr/>
        </p:nvSpPr>
        <p:spPr>
          <a:xfrm>
            <a:off x="6400800" y="1920240"/>
            <a:ext cx="5212080" cy="3931920"/>
          </a:xfrm>
          <a:prstGeom prst="rect">
            <a:avLst/>
          </a:prstGeom>
          <a:noFill/>
        </p:spPr>
        <p:txBody>
          <a:bodyPr wrap="square">
            <a:spAutoFit/>
          </a:bodyPr>
          <a:lstStyle/>
          <a:p>
            <a:pPr algn="l">
              <a:spcAft>
                <a:spcPts val="1800"/>
              </a:spcAft>
            </a:pPr>
            <a:r>
              <a:rPr sz="2500" b="1">
                <a:solidFill>
                  <a:srgbClr val="E97132"/>
                </a:solidFill>
              </a:rPr>
              <a:t>CFC-1000 · 1650 Hz</a:t>
            </a:r>
          </a:p>
          <a:p>
            <a:pPr algn="l">
              <a:spcAft>
                <a:spcPts val="1800"/>
              </a:spcAft>
            </a:pPr>
            <a:r>
              <a:rPr sz="2500" b="0">
                <a:solidFill>
                  <a:srgbClr val="E97132"/>
                </a:solidFill>
              </a:rPr>
              <a:t>“What is the structure doing?”</a:t>
            </a:r>
          </a:p>
          <a:p>
            <a:pPr algn="l">
              <a:spcAft>
                <a:spcPts val="1800"/>
              </a:spcAft>
            </a:pPr>
            <a:r>
              <a:rPr sz="2500" b="0">
                <a:solidFill>
                  <a:srgbClr val="E97132"/>
                </a:solidFill>
              </a:rPr>
              <a:t>Keeps the 500–550 Hz specimen mode — the part that actually differs between designs</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Specimen first mode measured at 519–549 Hz across the ringdown analyses in this repo.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Our sensors lied to us first — cross-calibration caught a 5% error before it reached the optimizer.</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500" b="0">
                <a:solidFill>
                  <a:srgbClr val="0E2841"/>
                </a:solidFill>
              </a:rPr>
              <a:t>A mis-entered sensitivity made channel 5 read 0.953× channel 4.</a:t>
            </a:r>
          </a:p>
          <a:p>
            <a:pPr algn="l">
              <a:spcAft>
                <a:spcPts val="1600"/>
              </a:spcAft>
            </a:pPr>
            <a:r>
              <a:rPr sz="2500" b="0">
                <a:solidFill>
                  <a:srgbClr val="0E2841"/>
                </a:solidFill>
              </a:rPr>
              <a:t>Channel 1 was clipping at the highest drops and we could not see it.</a:t>
            </a:r>
          </a:p>
          <a:p>
            <a:pPr algn="l">
              <a:spcAft>
                <a:spcPts val="1600"/>
              </a:spcAft>
            </a:pPr>
            <a:r>
              <a:rPr sz="2500" b="0">
                <a:solidFill>
                  <a:srgbClr val="0E2841"/>
                </a:solidFill>
              </a:rPr>
              <a:t>Fix: regress every channel against every other, every campaign.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Calibration story documented in PR #74.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We paid an adversary to break our own analysis, and it broke it.</a:t>
            </a:r>
          </a:p>
        </p:txBody>
      </p:sp>
      <p:sp>
        <p:nvSpPr>
          <p:cNvPr id="3" name="TextBox 2"/>
          <p:cNvSpPr txBox="1"/>
          <p:nvPr/>
        </p:nvSpPr>
        <p:spPr>
          <a:xfrm>
            <a:off x="502920" y="1600200"/>
            <a:ext cx="11155680" cy="1371600"/>
          </a:xfrm>
          <a:prstGeom prst="rect">
            <a:avLst/>
          </a:prstGeom>
          <a:noFill/>
        </p:spPr>
        <p:txBody>
          <a:bodyPr wrap="square">
            <a:spAutoFit/>
          </a:bodyPr>
          <a:lstStyle/>
          <a:p>
            <a:pPr algn="l">
              <a:spcAft>
                <a:spcPts val="600"/>
              </a:spcAft>
            </a:pPr>
            <a:r>
              <a:rPr sz="2400" b="0">
                <a:solidFill>
                  <a:srgbClr val="0E2841"/>
                </a:solidFill>
              </a:rPr>
              <a:t>Our script assumed the record began at the trigger. It does not — 0.41 ms of it is pre-impact.</a:t>
            </a:r>
          </a:p>
        </p:txBody>
      </p:sp>
      <p:pic>
        <p:nvPicPr>
          <p:cNvPr id="4" name="Picture 3" descr="fig-baseline-flip.png"/>
          <p:cNvPicPr>
            <a:picLocks noChangeAspect="1"/>
          </p:cNvPicPr>
          <p:nvPr/>
        </p:nvPicPr>
        <p:blipFill>
          <a:blip r:embed="rId2"/>
          <a:stretch>
            <a:fillRect/>
          </a:stretch>
        </p:blipFill>
        <p:spPr>
          <a:xfrm>
            <a:off x="2251710" y="2514600"/>
            <a:ext cx="7658100" cy="3063240"/>
          </a:xfrm>
          <a:prstGeom prst="rect">
            <a:avLst/>
          </a:prstGeom>
        </p:spPr>
      </p:pic>
      <p:sp>
        <p:nvSpPr>
          <p:cNvPr id="5" name="TextBox 4"/>
          <p:cNvSpPr txBox="1"/>
          <p:nvPr/>
        </p:nvSpPr>
        <p:spPr>
          <a:xfrm>
            <a:off x="502920" y="5650992"/>
            <a:ext cx="11155680" cy="685800"/>
          </a:xfrm>
          <a:prstGeom prst="rect">
            <a:avLst/>
          </a:prstGeom>
          <a:noFill/>
        </p:spPr>
        <p:txBody>
          <a:bodyPr wrap="square">
            <a:spAutoFit/>
          </a:bodyPr>
          <a:lstStyle/>
          <a:p>
            <a:pPr algn="l">
              <a:spcAft>
                <a:spcPts val="1000"/>
              </a:spcAft>
            </a:pPr>
            <a:r>
              <a:rPr sz="2400" b="0">
                <a:solidFill>
                  <a:srgbClr val="156082"/>
                </a:solidFill>
              </a:rPr>
              <a:t>Verdict we adopted: none of the four — that sweep could not decide.</a:t>
            </a:r>
          </a:p>
        </p:txBody>
      </p:sp>
      <p:sp>
        <p:nvSpPr>
          <p:cNvPr id="6" name="TextBox 5"/>
          <p:cNvSpPr txBox="1"/>
          <p:nvPr/>
        </p:nvSpPr>
        <p:spPr>
          <a:xfrm>
            <a:off x="502920" y="6419088"/>
            <a:ext cx="11185855" cy="310896"/>
          </a:xfrm>
          <a:prstGeom prst="rect">
            <a:avLst/>
          </a:prstGeom>
          <a:noFill/>
        </p:spPr>
        <p:txBody>
          <a:bodyPr wrap="square">
            <a:spAutoFit/>
          </a:bodyPr>
          <a:lstStyle/>
          <a:p>
            <a:r>
              <a:rPr sz="1200" i="1">
                <a:solidFill>
                  <a:srgbClr val="595959"/>
                </a:solidFill>
              </a:rPr>
              <a:t>Edison Scientific adversarial review, task d9092c5a; recomputation reproduced independently in-repo.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Every number on these slides can be re-derived from committed raw data.</a:t>
            </a:r>
          </a:p>
        </p:txBody>
      </p:sp>
      <p:sp>
        <p:nvSpPr>
          <p:cNvPr id="3" name="TextBox 2"/>
          <p:cNvSpPr txBox="1"/>
          <p:nvPr/>
        </p:nvSpPr>
        <p:spPr>
          <a:xfrm>
            <a:off x="502920" y="1737360"/>
            <a:ext cx="11155680" cy="4023360"/>
          </a:xfrm>
          <a:prstGeom prst="rect">
            <a:avLst/>
          </a:prstGeom>
          <a:noFill/>
        </p:spPr>
        <p:txBody>
          <a:bodyPr wrap="square">
            <a:spAutoFit/>
          </a:bodyPr>
          <a:lstStyle/>
          <a:p>
            <a:pPr algn="l">
              <a:spcAft>
                <a:spcPts val="1800"/>
              </a:spcAft>
            </a:pPr>
            <a:r>
              <a:rPr sz="2500" b="0">
                <a:solidFill>
                  <a:srgbClr val="0E2841"/>
                </a:solidFill>
              </a:rPr>
              <a:t>Raw CSVs and the analysis script live beside each campaign in the repo</a:t>
            </a:r>
          </a:p>
          <a:p>
            <a:pPr algn="l">
              <a:spcAft>
                <a:spcPts val="1800"/>
              </a:spcAft>
            </a:pPr>
            <a:r>
              <a:rPr sz="2500" b="0">
                <a:solidFill>
                  <a:srgbClr val="0E2841"/>
                </a:solidFill>
              </a:rPr>
              <a:t>The filter is a published standard: SAE J211-1 / ISO 6487, channel class × 1.65 Hz</a:t>
            </a:r>
          </a:p>
          <a:p>
            <a:pPr algn="l">
              <a:spcAft>
                <a:spcPts val="1800"/>
              </a:spcAft>
            </a:pPr>
            <a:r>
              <a:rPr sz="2500" b="0">
                <a:solidFill>
                  <a:srgbClr val="0E2841"/>
                </a:solidFill>
              </a:rPr>
              <a:t>The adversarial re-analysis, its recomputed tables, and its notebook are committed too</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Backup slide: repo paths and the tutorial notebook for issue #94 are listed in presentation/issue-94-analysis-slides.md.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challenges and where each one gets told</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800"/>
              </a:spcAft>
            </a:pPr>
            <a:r>
              <a:rPr sz="2000" b="0">
                <a:solidFill>
                  <a:srgbClr val="0E2841"/>
                </a:solidFill>
              </a:rPr>
              <a:t>Sensor sensitivity error → cross-calibration → own slide (33)</a:t>
            </a:r>
          </a:p>
          <a:p>
            <a:pPr algn="l">
              <a:spcAft>
                <a:spcPts val="800"/>
              </a:spcAft>
            </a:pPr>
            <a:r>
              <a:rPr sz="2000" b="0">
                <a:solidFill>
                  <a:srgbClr val="0E2841"/>
                </a:solidFill>
              </a:rPr>
              <a:t>Wrong baseline window → adversarial re-analysis → own slide (34)</a:t>
            </a:r>
          </a:p>
          <a:p>
            <a:pPr algn="l">
              <a:spcAft>
                <a:spcPts val="800"/>
              </a:spcAft>
            </a:pPr>
            <a:r>
              <a:rPr sz="2000" b="0">
                <a:solidFill>
                  <a:srgbClr val="0E2841"/>
                </a:solidFill>
              </a:rPr>
              <a:t>Camera and DAQ cover different timescales → each gets its own job → slides 24, 27</a:t>
            </a:r>
          </a:p>
          <a:p>
            <a:pPr algn="l">
              <a:spcAft>
                <a:spcPts val="800"/>
              </a:spcAft>
            </a:pPr>
            <a:r>
              <a:rPr sz="2000" b="0">
                <a:solidFill>
                  <a:srgbClr val="0E2841"/>
                </a:solidFill>
              </a:rPr>
              <a:t>Supports still removed by hand → painted supports → slide 21</a:t>
            </a:r>
          </a:p>
          <a:p>
            <a:pPr algn="l">
              <a:spcAft>
                <a:spcPts val="800"/>
              </a:spcAft>
            </a:pPr>
            <a:r>
              <a:rPr sz="2000" b="0">
                <a:solidFill>
                  <a:srgbClr val="0E2841"/>
                </a:solidFill>
              </a:rPr>
              <a:t>Channel clipping at high drops → headroom check → spoken on slide 28</a:t>
            </a:r>
          </a:p>
          <a:p>
            <a:pPr algn="l">
              <a:spcAft>
                <a:spcPts val="800"/>
              </a:spcAft>
            </a:pPr>
            <a:r>
              <a:rPr sz="2000" b="0">
                <a:solidFill>
                  <a:srgbClr val="0E2841"/>
                </a:solidFill>
              </a:rPr>
              <a:t>Print defects confound specimens → replicates → Q&amp;A backup</a:t>
            </a:r>
          </a:p>
          <a:p>
            <a:pPr algn="l">
              <a:spcAft>
                <a:spcPts val="800"/>
              </a:spcAft>
            </a:pPr>
            <a:r>
              <a:rPr sz="2000" b="0">
                <a:solidFill>
                  <a:srgbClr val="0E2841"/>
                </a:solidFill>
              </a:rPr>
              <a:t>Cables not in tension → pre-tensioned prints → slide 19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media inventory and what still needs shooting</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1000"/>
              </a:spcAft>
            </a:pPr>
            <a:r>
              <a:rPr sz="1900" b="0">
                <a:solidFill>
                  <a:srgbClr val="0E2841"/>
                </a:solidFill>
              </a:rPr>
              <a:t>EXTERNAL, EMBEDDED: Titan descent · 2D tensegrity · NASA toy-to-lander (sound) · SUPERball drop</a:t>
            </a:r>
          </a:p>
          <a:p>
            <a:pPr algn="l">
              <a:spcAft>
                <a:spcPts val="1000"/>
              </a:spcAft>
            </a:pPr>
            <a:r>
              <a:rPr sz="1900" b="0">
                <a:solidFill>
                  <a:srgbClr val="0E2841"/>
                </a:solidFill>
              </a:rPr>
              <a:t>OURS, EMBEDDED: print timelapse · support removal · whole-room drop (sound) · phone slow-mo (sound) · 960 fps drop · 7xadt6 snap-back</a:t>
            </a:r>
          </a:p>
          <a:p>
            <a:pPr algn="l">
              <a:spcAft>
                <a:spcPts val="1000"/>
              </a:spcAft>
            </a:pPr>
            <a:r>
              <a:rPr sz="1900" b="0">
                <a:solidFill>
                  <a:srgbClr val="0E2841"/>
                </a:solidFill>
              </a:rPr>
              <a:t>DUPLICATE: the print timelapse also opens the background addendum — keep one copy, not both</a:t>
            </a:r>
          </a:p>
          <a:p>
            <a:pPr algn="l">
              <a:spcAft>
                <a:spcPts val="1000"/>
              </a:spcAft>
            </a:pPr>
            <a:r>
              <a:rPr sz="1900" b="0">
                <a:solidFill>
                  <a:srgbClr val="0E2841"/>
                </a:solidFill>
              </a:rPr>
              <a:t>STILL NEEDED: drop-tower photo, campaign ledger and Pareto-front figures, Colab link for issue #94</a:t>
            </a:r>
          </a:p>
        </p:txBody>
      </p:sp>
    </p:spTree>
  </p:cSld>
  <p:clrMapOvr>
    <a:masterClrMapping/>
  </p:clrMapOvr>
</p:sld>
</file>

<file path=ppt/tags/tag6.xml><?xml version="1.0" encoding="utf-8"?>
<p:tagLst xmlns:a="http://schemas.openxmlformats.org/drawingml/2006/main" xmlns:r="http://schemas.openxmlformats.org/officeDocument/2006/relationships" xmlns:p="http://schemas.openxmlformats.org/presentationml/2006/main">
  <p:tag name="TIMING" val="|19.2|7.2|5.8|12.9"/>
</p:tagLst>
</file>

<file path=ppt/tags/tag7.xml><?xml version="1.0" encoding="utf-8"?>
<p:tagLst xmlns:a="http://schemas.openxmlformats.org/drawingml/2006/main" xmlns:r="http://schemas.openxmlformats.org/officeDocument/2006/relationships" xmlns:p="http://schemas.openxmlformats.org/presentationml/2006/main">
  <p:tag name="TIMING" val="|1.1"/>
</p:tagLst>
</file>

<file path=ppt/tags/tag8.xml><?xml version="1.0" encoding="utf-8"?>
<p:tagLst xmlns:a="http://schemas.openxmlformats.org/drawingml/2006/main" xmlns:r="http://schemas.openxmlformats.org/officeDocument/2006/relationships" xmlns:p="http://schemas.openxmlformats.org/presentationml/2006/main">
  <p:tag name="TIMING" val="|4.6|1.4|3.3|3|1.8"/>
</p:tagLst>
</file>

<file path=ppt/tags/tag9.xml><?xml version="1.0" encoding="utf-8"?>
<p:tagLst xmlns:a="http://schemas.openxmlformats.org/drawingml/2006/main" xmlns:r="http://schemas.openxmlformats.org/officeDocument/2006/relationships" xmlns:p="http://schemas.openxmlformats.org/presentationml/2006/main">
  <p:tag name="TIMING" val="|10.2|3|1.5|7.2|3.4"/>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1436</TotalTime>
  <Words>1872</Words>
  <Application>Microsoft Office PowerPoint</Application>
  <PresentationFormat>Widescreen</PresentationFormat>
  <Paragraphs>282</Paragraphs>
  <Slides>60</Slides>
  <Notes>28</Notes>
  <HiddenSlides>0</HiddenSlides>
  <MMClips>13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60</vt:i4>
      </vt:variant>
    </vt:vector>
  </HeadingPairs>
  <TitlesOfParts>
    <vt:vector size="67" baseType="lpstr">
      <vt:lpstr>Aptos</vt:lpstr>
      <vt:lpstr>Aptos Display</vt:lpstr>
      <vt:lpstr>Arial</vt:lpstr>
      <vt:lpstr>Cambria Math</vt:lpstr>
      <vt:lpstr>Google Sans</vt:lpstr>
      <vt:lpstr>Rubik</vt:lpstr>
      <vt:lpstr>Custom Design</vt:lpstr>
      <vt:lpstr>PowerPoint Presentation</vt:lpstr>
      <vt:lpstr>Metal 3D printing enabled NASA to have rapid feedback cycles and reduce processing complexity from 127 welds to 4 welds</vt:lpstr>
      <vt:lpstr>PowerPoint Presentation</vt:lpstr>
      <vt:lpstr>Metal 3D print illustrative example  This geometry would be difficult with traditional techniques</vt:lpstr>
      <vt:lpstr>Since 2022, 3D printed metal alloys have continued to see usage in commercial aerospace applications</vt:lpstr>
      <vt:lpstr>but many of these use highly import-reliant critical materials such as rare-earth elements (e.g., scandium)</vt:lpstr>
      <vt:lpstr>We print tensile bars to measure mechanical properties</vt:lpstr>
      <vt:lpstr>By pulling these “tensile” bars in tension until failure, we can measure important mechanical properties</vt:lpstr>
      <vt:lpstr>PowerPoint Presentation</vt:lpstr>
      <vt:lpstr>Historically, ~30 unique periodic elements have been used across all aluminum alloys</vt:lpstr>
      <vt:lpstr>In traditional gas atomization processes, testing each new composition requires at least 50 kg of material + $25k operator costs</vt:lpstr>
      <vt:lpstr>Our narrowed 16-element search space is still vast, and includes 20+ printing process parameters</vt:lpstr>
      <vt:lpstr>Ultrasonic atomization enables “chemical whitespace” AM alloy discovery</vt:lpstr>
      <vt:lpstr>PowerPoint Presentation</vt:lpstr>
      <vt:lpstr>The atomized powders are then used downstream for 3D printing</vt:lpstr>
      <vt:lpstr>Ultrasonic atomization enables “chemical whitespace” AM alloy discovery</vt:lpstr>
      <vt:lpstr>Thermodynamic simulations can help provide contextual information that can help reduce the number of physical experiments to run</vt:lpstr>
      <vt:lpstr>PowerPoint Presentation</vt:lpstr>
      <vt:lpstr>Bayesian optimization is a machine learning technique that works well in the limit of low data and many variables</vt:lpstr>
      <vt:lpstr>A surrogate model predicts properties and quantifies uncertainty</vt:lpstr>
      <vt:lpstr>The acquisition function guides how to select the next experiment (in this case, neither the max predicted nor the max uncertainty)</vt:lpstr>
      <vt:lpstr>This Bayesian optimization loop continues iteratively (1) add data, (2) fit surrogate model (3) optimize acquisition function</vt:lpstr>
      <vt:lpstr>Real-world materials discovery tasks such as alloy design require more than “vanilla” optimization</vt:lpstr>
      <vt:lpstr>Real-world materials discovery tasks such as alloy design require more than “vanilla” optimization</vt:lpstr>
      <vt:lpstr>Real-world materials discovery tasks require more than “vanilla” optimization</vt:lpstr>
      <vt:lpstr>Real-world materials discovery tasks require more than “vanilla” optimization</vt:lpstr>
      <vt:lpstr>Real-world materials discovery tasks require more than “vanilla” optimization</vt:lpstr>
      <vt:lpstr>Honegumi lets you quickly create advanced BO examples</vt:lpstr>
      <vt:lpstr>PowerPoint Presentation</vt:lpstr>
      <vt:lpstr>PowerPoint Presentation</vt:lpstr>
      <vt:lpstr>Maximize the strength of a 3D printed part as a function of internal geometry and printer settings </vt:lpstr>
      <vt:lpstr>Maximize polymer strength and biodegradability as a function of monomer composition and temperature </vt:lpstr>
      <vt:lpstr>Maximize corrosion resistance of a coating as function of composition using batches of six trials </vt:lpstr>
      <vt:lpstr>Maximize stiffness of MAX phases (e.g., Ti3AlC2) as a function of composition using “contextual” features </vt:lpstr>
      <vt:lpstr>Maximize strength of ceramic membrane, varying composition, for two related materials systems </vt:lpstr>
      <vt:lpstr>Use an analytic benchmark to compare the performance of several different algorithms </vt:lpstr>
      <vt:lpstr>PowerPoint Presentation</vt:lpstr>
      <vt:lpstr>We model the manufacturing process as a cost-aware network of functions</vt:lpstr>
      <vt:lpstr>Use of a cost-aware Bayesian optimization network function can significantly increase optimization performance</vt:lpstr>
      <vt:lpstr>PowerPoint Presentation</vt:lpstr>
      <vt:lpstr>“Kitchen Sink”  - Generative CAD - Cloud experimentation &amp; human-in-the-loop - Equipment monitoring - Frugal twins - Vertical lab</vt:lpstr>
      <vt:lpstr>Our students used agentic AI to design an automated powder doser</vt:lpstr>
      <vt:lpstr>PowerPoint Presentation</vt:lpstr>
      <vt:lpstr>PowerPoint Presentation</vt:lpstr>
      <vt:lpstr>Excuse me human, the wellplate slots are all used. Please replace the wellplate with a fresh one.</vt:lpstr>
      <vt:lpstr>PowerPoint Presentation</vt:lpstr>
      <vt:lpstr>There are three primary types of human intervention</vt:lpstr>
      <vt:lpstr>At the Acceleration Consortium, we set up dozens of equipment monitoring streams across seven labs</vt:lpstr>
      <vt:lpstr>PowerPoint Presentation</vt:lpstr>
      <vt:lpstr>PowerPoint Presentation</vt:lpstr>
      <vt:lpstr>PowerPoint Presentation</vt:lpstr>
      <vt:lpstr>PowerPoint Presentation</vt:lpstr>
      <vt:lpstr>A frugal twin SDL is a low-cost counterpart to a high-cost SDL for education, prototyping, and multi-fidelity research</vt:lpstr>
      <vt:lpstr>PowerPoint Presentation</vt:lpstr>
      <vt:lpstr>PowerPoint Presentation</vt:lpstr>
      <vt:lpstr>A vertical lift module (VLM) can store and retrieve powered equipment</vt:lpstr>
      <vt:lpstr>PowerPoint Presentation</vt:lpstr>
      <vt:lpstr>PowerPoint Presentation</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Sterling Baird</cp:lastModifiedBy>
  <cp:revision>8</cp:revision>
  <dcterms:created xsi:type="dcterms:W3CDTF">2025-12-02T18:46:14Z</dcterms:created>
  <dcterms:modified xsi:type="dcterms:W3CDTF">2026-06-24T14:24:51Z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