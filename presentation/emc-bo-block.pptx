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5"/>
  </p:notesMasterIdLst>
  <p:sldIdLst>
    <p:sldId id="7018" r:id="rId23"/>
    <p:sldId id="7102" r:id="rId24"/>
    <p:sldId id="7103" r:id="rId25"/>
    <p:sldId id="7104" r:id="rId26"/>
    <p:sldId id="7105" r:id="rId27"/>
    <p:sldId id="7106" r:id="rId28"/>
    <p:sldId id="7107" r:id="rId29"/>
    <p:sldId id="7108" r:id="rId30"/>
    <p:sldId id="7109" r:id="rId31"/>
    <p:sldId id="7110" r:id="rId32"/>
    <p:sldId id="649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5EE8A1-D51F-42B9-A715-25825370EE31}">
          <p14:sldIdLst>
            <p14:sldId id="7082"/>
            <p14:sldId id="7092"/>
            <p14:sldId id="7069"/>
            <p14:sldId id="7114"/>
            <p14:sldId id="7083"/>
            <p14:sldId id="7093"/>
            <p14:sldId id="7087"/>
            <p14:sldId id="7085"/>
            <p14:sldId id="7094"/>
            <p14:sldId id="7098"/>
            <p14:sldId id="7100"/>
            <p14:sldId id="7099"/>
            <p14:sldId id="7096"/>
            <p14:sldId id="7097"/>
            <p14:sldId id="7090"/>
            <p14:sldId id="7101"/>
            <p14:sldId id="7124"/>
            <p14:sldId id="7120"/>
            <p14:sldId id="7018"/>
            <p14:sldId id="7102"/>
            <p14:sldId id="7103"/>
            <p14:sldId id="7104"/>
            <p14:sldId id="7105"/>
            <p14:sldId id="7106"/>
            <p14:sldId id="7107"/>
            <p14:sldId id="7108"/>
            <p14:sldId id="7109"/>
            <p14:sldId id="7110"/>
            <p14:sldId id="7115"/>
            <p14:sldId id="7112"/>
            <p14:sldId id="6494"/>
            <p14:sldId id="6495"/>
            <p14:sldId id="6496"/>
            <p14:sldId id="6497"/>
            <p14:sldId id="6498"/>
            <p14:sldId id="6499"/>
            <p14:sldId id="7127"/>
            <p14:sldId id="7117"/>
            <p14:sldId id="7125"/>
            <p14:sldId id="7126"/>
            <p14:sldId id="7128"/>
            <p14:sldId id="7119"/>
            <p14:sldId id="6606"/>
            <p14:sldId id="6920"/>
            <p14:sldId id="278"/>
            <p14:sldId id="6657"/>
            <p14:sldId id="6954"/>
            <p14:sldId id="284"/>
            <p14:sldId id="285"/>
            <p14:sldId id="265"/>
            <p14:sldId id="289"/>
            <p14:sldId id="6566"/>
            <p14:sldId id="6649"/>
            <p14:sldId id="6625"/>
            <p14:sldId id="6673"/>
            <p14:sldId id="1277"/>
            <p14:sldId id="6663"/>
            <p14:sldId id="6661"/>
            <p14:sldId id="7118"/>
            <p14:sldId id="7116"/>
          </p14:sldIdLst>
        </p14:section>
        <p14:section name="slide-graveyard" id="{53A05964-4188-4DB8-9C2C-9C67C05B4B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547108-663F-7DD8-8CCD-13EB66DF1423}" name="Sterling Baird" initials="SB" userId="S::sterling.baird@utoronto.ca::68e56cba-a841-4cd1-ab37-28cab6b0d7e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DACF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CF7673-AD7E-41E7-868F-03401BEBA1C2}" v="69" dt="2026-06-24T14:08:00.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98" autoAdjust="0"/>
    <p:restoredTop sz="88462" autoAdjust="0"/>
  </p:normalViewPr>
  <p:slideViewPr>
    <p:cSldViewPr snapToGrid="0">
      <p:cViewPr varScale="1">
        <p:scale>
          <a:sx n="87" d="100"/>
          <a:sy n="87" d="100"/>
        </p:scale>
        <p:origin x="6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5" Type="http://schemas.openxmlformats.org/officeDocument/2006/relationships/slide" Target="slides/slide11.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70" Type="http://schemas.microsoft.com/office/2016/11/relationships/changesInfo" Target="changesInfos/changesInfo1.xml"/><Relationship Id="rId71" Type="http://schemas.microsoft.com/office/2015/10/relationships/revisionInfo" Target="revisionInfo.xml"/><Relationship Id="rId7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rling Baird" userId="1357d663-a106-4039-a40d-6f81e26aaf4b" providerId="ADAL" clId="{735F2C14-54F5-481E-BAD5-87514A27FEF5}"/>
    <pc:docChg chg="undo redo custSel addSld delSld modSld modMainMaster modSection">
      <pc:chgData name="Sterling Baird" userId="1357d663-a106-4039-a40d-6f81e26aaf4b" providerId="ADAL" clId="{735F2C14-54F5-481E-BAD5-87514A27FEF5}" dt="2026-06-24T14:24:42.760" v="1059" actId="20577"/>
      <pc:docMkLst>
        <pc:docMk/>
      </pc:docMkLst>
      <pc:sldChg chg="add">
        <pc:chgData name="Sterling Baird" userId="1357d663-a106-4039-a40d-6f81e26aaf4b" providerId="ADAL" clId="{735F2C14-54F5-481E-BAD5-87514A27FEF5}" dt="2026-06-24T13:49:41.960" v="570"/>
        <pc:sldMkLst>
          <pc:docMk/>
          <pc:sldMk cId="2185103683" sldId="265"/>
        </pc:sldMkLst>
      </pc:sldChg>
      <pc:sldChg chg="add">
        <pc:chgData name="Sterling Baird" userId="1357d663-a106-4039-a40d-6f81e26aaf4b" providerId="ADAL" clId="{735F2C14-54F5-481E-BAD5-87514A27FEF5}" dt="2026-06-24T13:48:40.888" v="551"/>
        <pc:sldMkLst>
          <pc:docMk/>
          <pc:sldMk cId="13172347" sldId="278"/>
        </pc:sldMkLst>
      </pc:sldChg>
      <pc:sldChg chg="delSp modSp add mod">
        <pc:chgData name="Sterling Baird" userId="1357d663-a106-4039-a40d-6f81e26aaf4b" providerId="ADAL" clId="{735F2C14-54F5-481E-BAD5-87514A27FEF5}" dt="2026-06-24T13:50:17.465" v="686" actId="478"/>
        <pc:sldMkLst>
          <pc:docMk/>
          <pc:sldMk cId="2288685349" sldId="284"/>
        </pc:sldMkLst>
        <pc:spChg chg="mod">
          <ac:chgData name="Sterling Baird" userId="1357d663-a106-4039-a40d-6f81e26aaf4b" providerId="ADAL" clId="{735F2C14-54F5-481E-BAD5-87514A27FEF5}" dt="2026-06-24T13:50:04.708" v="685" actId="20577"/>
          <ac:spMkLst>
            <pc:docMk/>
            <pc:sldMk cId="2288685349" sldId="284"/>
            <ac:spMk id="3" creationId="{B096E74F-3E3D-850E-0007-F9F8751E2734}"/>
          </ac:spMkLst>
        </pc:spChg>
        <pc:picChg chg="del">
          <ac:chgData name="Sterling Baird" userId="1357d663-a106-4039-a40d-6f81e26aaf4b" providerId="ADAL" clId="{735F2C14-54F5-481E-BAD5-87514A27FEF5}" dt="2026-06-24T13:50:17.465" v="686" actId="478"/>
          <ac:picMkLst>
            <pc:docMk/>
            <pc:sldMk cId="2288685349" sldId="284"/>
            <ac:picMk id="2" creationId="{DA5D6534-F243-73EB-7223-6DCE1E5E2D9E}"/>
          </ac:picMkLst>
        </pc:picChg>
      </pc:sldChg>
      <pc:sldChg chg="add">
        <pc:chgData name="Sterling Baird" userId="1357d663-a106-4039-a40d-6f81e26aaf4b" providerId="ADAL" clId="{735F2C14-54F5-481E-BAD5-87514A27FEF5}" dt="2026-06-24T13:49:41.960" v="570"/>
        <pc:sldMkLst>
          <pc:docMk/>
          <pc:sldMk cId="2923541762" sldId="285"/>
        </pc:sldMkLst>
      </pc:sldChg>
      <pc:sldChg chg="add">
        <pc:chgData name="Sterling Baird" userId="1357d663-a106-4039-a40d-6f81e26aaf4b" providerId="ADAL" clId="{735F2C14-54F5-481E-BAD5-87514A27FEF5}" dt="2026-06-24T13:49:41.960" v="570"/>
        <pc:sldMkLst>
          <pc:docMk/>
          <pc:sldMk cId="3872219471" sldId="289"/>
        </pc:sldMkLst>
      </pc:sldChg>
      <pc:sldChg chg="add">
        <pc:chgData name="Sterling Baird" userId="1357d663-a106-4039-a40d-6f81e26aaf4b" providerId="ADAL" clId="{735F2C14-54F5-481E-BAD5-87514A27FEF5}" dt="2026-06-24T13:51:53.031" v="691"/>
        <pc:sldMkLst>
          <pc:docMk/>
          <pc:sldMk cId="4193290091" sldId="1277"/>
        </pc:sldMkLst>
      </pc:sldChg>
      <pc:sldChg chg="addSp delSp modSp add mod modClrScheme chgLayout">
        <pc:chgData name="Sterling Baird" userId="1357d663-a106-4039-a40d-6f81e26aaf4b" providerId="ADAL" clId="{735F2C14-54F5-481E-BAD5-87514A27FEF5}" dt="2026-06-24T13:41:21.408" v="412" actId="1076"/>
        <pc:sldMkLst>
          <pc:docMk/>
          <pc:sldMk cId="693489825" sldId="6494"/>
        </pc:sldMkLst>
        <pc:spChg chg="add mod ord">
          <ac:chgData name="Sterling Baird" userId="1357d663-a106-4039-a40d-6f81e26aaf4b" providerId="ADAL" clId="{735F2C14-54F5-481E-BAD5-87514A27FEF5}" dt="2026-06-24T13:40:19.880" v="362" actId="20577"/>
          <ac:spMkLst>
            <pc:docMk/>
            <pc:sldMk cId="693489825" sldId="6494"/>
            <ac:spMk id="2" creationId="{B3AA9348-E86F-F425-C0AC-E3709CC7A3B4}"/>
          </ac:spMkLst>
        </pc:spChg>
        <pc:spChg chg="del">
          <ac:chgData name="Sterling Baird" userId="1357d663-a106-4039-a40d-6f81e26aaf4b" providerId="ADAL" clId="{735F2C14-54F5-481E-BAD5-87514A27FEF5}" dt="2026-06-24T13:41:09.016" v="409" actId="478"/>
          <ac:spMkLst>
            <pc:docMk/>
            <pc:sldMk cId="693489825" sldId="6494"/>
            <ac:spMk id="4" creationId="{CEB1B023-216A-5794-F9CA-23FD413CFA67}"/>
          </ac:spMkLst>
        </pc:spChg>
        <pc:spChg chg="del mod">
          <ac:chgData name="Sterling Baird" userId="1357d663-a106-4039-a40d-6f81e26aaf4b" providerId="ADAL" clId="{735F2C14-54F5-481E-BAD5-87514A27FEF5}" dt="2026-06-24T13:40:21.207" v="364"/>
          <ac:spMkLst>
            <pc:docMk/>
            <pc:sldMk cId="693489825" sldId="6494"/>
            <ac:spMk id="11" creationId="{88B017DE-9988-5EBC-B30A-6CD6EB7B1E22}"/>
          </ac:spMkLst>
        </pc:spChg>
        <pc:picChg chg="mod">
          <ac:chgData name="Sterling Baird" userId="1357d663-a106-4039-a40d-6f81e26aaf4b" providerId="ADAL" clId="{735F2C14-54F5-481E-BAD5-87514A27FEF5}" dt="2026-06-24T13:41:21.408" v="412" actId="1076"/>
          <ac:picMkLst>
            <pc:docMk/>
            <pc:sldMk cId="693489825" sldId="6494"/>
            <ac:picMk id="1026" creationId="{D55F1DF4-EBAA-35AE-9E2B-49629CC42AF0}"/>
          </ac:picMkLst>
        </pc:picChg>
      </pc:sldChg>
      <pc:sldChg chg="addSp delSp modSp add mod modClrScheme chgLayout">
        <pc:chgData name="Sterling Baird" userId="1357d663-a106-4039-a40d-6f81e26aaf4b" providerId="ADAL" clId="{735F2C14-54F5-481E-BAD5-87514A27FEF5}" dt="2026-06-24T13:40:28.376" v="370"/>
        <pc:sldMkLst>
          <pc:docMk/>
          <pc:sldMk cId="87787290" sldId="6495"/>
        </pc:sldMkLst>
        <pc:spChg chg="del mod">
          <ac:chgData name="Sterling Baird" userId="1357d663-a106-4039-a40d-6f81e26aaf4b" providerId="ADAL" clId="{735F2C14-54F5-481E-BAD5-87514A27FEF5}" dt="2026-06-24T13:40:28.376" v="370"/>
          <ac:spMkLst>
            <pc:docMk/>
            <pc:sldMk cId="87787290" sldId="6495"/>
            <ac:spMk id="4" creationId="{CCDD5A1E-1735-B363-7C5C-4E49745CC135}"/>
          </ac:spMkLst>
        </pc:spChg>
        <pc:spChg chg="add mod ord">
          <ac:chgData name="Sterling Baird" userId="1357d663-a106-4039-a40d-6f81e26aaf4b" providerId="ADAL" clId="{735F2C14-54F5-481E-BAD5-87514A27FEF5}" dt="2026-06-24T13:40:27.344" v="368" actId="20577"/>
          <ac:spMkLst>
            <pc:docMk/>
            <pc:sldMk cId="87787290" sldId="6495"/>
            <ac:spMk id="5" creationId="{DE54A926-6EA9-6764-5AC0-34F762BEBC02}"/>
          </ac:spMkLst>
        </pc:spChg>
      </pc:sldChg>
      <pc:sldChg chg="addSp delSp modSp add mod modClrScheme chgLayout">
        <pc:chgData name="Sterling Baird" userId="1357d663-a106-4039-a40d-6f81e26aaf4b" providerId="ADAL" clId="{735F2C14-54F5-481E-BAD5-87514A27FEF5}" dt="2026-06-24T13:40:34.053" v="376"/>
        <pc:sldMkLst>
          <pc:docMk/>
          <pc:sldMk cId="2217894389" sldId="6496"/>
        </pc:sldMkLst>
        <pc:spChg chg="del mod">
          <ac:chgData name="Sterling Baird" userId="1357d663-a106-4039-a40d-6f81e26aaf4b" providerId="ADAL" clId="{735F2C14-54F5-481E-BAD5-87514A27FEF5}" dt="2026-06-24T13:40:34.053" v="376"/>
          <ac:spMkLst>
            <pc:docMk/>
            <pc:sldMk cId="2217894389" sldId="6496"/>
            <ac:spMk id="4" creationId="{E5966470-2F08-F48B-712F-6ECCD49DB06E}"/>
          </ac:spMkLst>
        </pc:spChg>
        <pc:spChg chg="add mod ord">
          <ac:chgData name="Sterling Baird" userId="1357d663-a106-4039-a40d-6f81e26aaf4b" providerId="ADAL" clId="{735F2C14-54F5-481E-BAD5-87514A27FEF5}" dt="2026-06-24T13:40:33.056" v="374" actId="20577"/>
          <ac:spMkLst>
            <pc:docMk/>
            <pc:sldMk cId="2217894389" sldId="6496"/>
            <ac:spMk id="5" creationId="{50C4A9E5-9B69-580A-BF67-A199BC68B056}"/>
          </ac:spMkLst>
        </pc:spChg>
      </pc:sldChg>
      <pc:sldChg chg="addSp delSp modSp add mod modClrScheme chgLayout">
        <pc:chgData name="Sterling Baird" userId="1357d663-a106-4039-a40d-6f81e26aaf4b" providerId="ADAL" clId="{735F2C14-54F5-481E-BAD5-87514A27FEF5}" dt="2026-06-24T13:41:07.561" v="408" actId="478"/>
        <pc:sldMkLst>
          <pc:docMk/>
          <pc:sldMk cId="117579149" sldId="6497"/>
        </pc:sldMkLst>
        <pc:spChg chg="del">
          <ac:chgData name="Sterling Baird" userId="1357d663-a106-4039-a40d-6f81e26aaf4b" providerId="ADAL" clId="{735F2C14-54F5-481E-BAD5-87514A27FEF5}" dt="2026-06-24T13:41:07.561" v="408" actId="478"/>
          <ac:spMkLst>
            <pc:docMk/>
            <pc:sldMk cId="117579149" sldId="6497"/>
            <ac:spMk id="3" creationId="{60BC9F98-5CA5-C441-64C8-A0D0A6ABD8B2}"/>
          </ac:spMkLst>
        </pc:spChg>
        <pc:spChg chg="del mod">
          <ac:chgData name="Sterling Baird" userId="1357d663-a106-4039-a40d-6f81e26aaf4b" providerId="ADAL" clId="{735F2C14-54F5-481E-BAD5-87514A27FEF5}" dt="2026-06-24T13:40:42.026" v="384"/>
          <ac:spMkLst>
            <pc:docMk/>
            <pc:sldMk cId="117579149" sldId="6497"/>
            <ac:spMk id="4" creationId="{1DD043B1-39ED-9C9F-DDC6-7A0606418063}"/>
          </ac:spMkLst>
        </pc:spChg>
        <pc:spChg chg="add mod ord">
          <ac:chgData name="Sterling Baird" userId="1357d663-a106-4039-a40d-6f81e26aaf4b" providerId="ADAL" clId="{735F2C14-54F5-481E-BAD5-87514A27FEF5}" dt="2026-06-24T13:40:40.777" v="382" actId="20577"/>
          <ac:spMkLst>
            <pc:docMk/>
            <pc:sldMk cId="117579149" sldId="6497"/>
            <ac:spMk id="5" creationId="{E8C5D5CA-204B-939A-AA56-2EEFEF0F3766}"/>
          </ac:spMkLst>
        </pc:spChg>
      </pc:sldChg>
      <pc:sldChg chg="addSp delSp modSp add mod modClrScheme chgLayout">
        <pc:chgData name="Sterling Baird" userId="1357d663-a106-4039-a40d-6f81e26aaf4b" providerId="ADAL" clId="{735F2C14-54F5-481E-BAD5-87514A27FEF5}" dt="2026-06-24T13:41:14.673" v="410" actId="478"/>
        <pc:sldMkLst>
          <pc:docMk/>
          <pc:sldMk cId="2523007223" sldId="6498"/>
        </pc:sldMkLst>
        <pc:spChg chg="del">
          <ac:chgData name="Sterling Baird" userId="1357d663-a106-4039-a40d-6f81e26aaf4b" providerId="ADAL" clId="{735F2C14-54F5-481E-BAD5-87514A27FEF5}" dt="2026-06-24T13:41:14.673" v="410" actId="478"/>
          <ac:spMkLst>
            <pc:docMk/>
            <pc:sldMk cId="2523007223" sldId="6498"/>
            <ac:spMk id="2" creationId="{FAB24CC2-412C-F055-CD8F-FF0FBAAD60CD}"/>
          </ac:spMkLst>
        </pc:spChg>
        <pc:spChg chg="del mod">
          <ac:chgData name="Sterling Baird" userId="1357d663-a106-4039-a40d-6f81e26aaf4b" providerId="ADAL" clId="{735F2C14-54F5-481E-BAD5-87514A27FEF5}" dt="2026-06-24T13:40:53.353" v="394"/>
          <ac:spMkLst>
            <pc:docMk/>
            <pc:sldMk cId="2523007223" sldId="6498"/>
            <ac:spMk id="4" creationId="{5E7D3346-6EFA-F2EB-D16C-54A325A429F7}"/>
          </ac:spMkLst>
        </pc:spChg>
        <pc:spChg chg="add mod ord">
          <ac:chgData name="Sterling Baird" userId="1357d663-a106-4039-a40d-6f81e26aaf4b" providerId="ADAL" clId="{735F2C14-54F5-481E-BAD5-87514A27FEF5}" dt="2026-06-24T13:40:51.881" v="392" actId="20577"/>
          <ac:spMkLst>
            <pc:docMk/>
            <pc:sldMk cId="2523007223" sldId="6498"/>
            <ac:spMk id="5" creationId="{7B5BB540-CF9E-0444-E8F9-4D1D7B5DDE66}"/>
          </ac:spMkLst>
        </pc:spChg>
      </pc:sldChg>
      <pc:sldChg chg="addSp delSp modSp add mod modClrScheme chgLayout">
        <pc:chgData name="Sterling Baird" userId="1357d663-a106-4039-a40d-6f81e26aaf4b" providerId="ADAL" clId="{735F2C14-54F5-481E-BAD5-87514A27FEF5}" dt="2026-06-24T13:41:06.615" v="407" actId="478"/>
        <pc:sldMkLst>
          <pc:docMk/>
          <pc:sldMk cId="3402822591" sldId="6499"/>
        </pc:sldMkLst>
        <pc:spChg chg="del mod">
          <ac:chgData name="Sterling Baird" userId="1357d663-a106-4039-a40d-6f81e26aaf4b" providerId="ADAL" clId="{735F2C14-54F5-481E-BAD5-87514A27FEF5}" dt="2026-06-24T13:41:06.615" v="407" actId="478"/>
          <ac:spMkLst>
            <pc:docMk/>
            <pc:sldMk cId="3402822591" sldId="6499"/>
            <ac:spMk id="2" creationId="{B1CE3EFD-761C-516B-2262-D51B948BD7DC}"/>
          </ac:spMkLst>
        </pc:spChg>
        <pc:spChg chg="add mod ord">
          <ac:chgData name="Sterling Baird" userId="1357d663-a106-4039-a40d-6f81e26aaf4b" providerId="ADAL" clId="{735F2C14-54F5-481E-BAD5-87514A27FEF5}" dt="2026-06-24T13:41:02.553" v="402" actId="20577"/>
          <ac:spMkLst>
            <pc:docMk/>
            <pc:sldMk cId="3402822591" sldId="6499"/>
            <ac:spMk id="3" creationId="{0E5542FD-090C-8844-3D5A-755439FDD1EC}"/>
          </ac:spMkLst>
        </pc:spChg>
        <pc:spChg chg="del mod">
          <ac:chgData name="Sterling Baird" userId="1357d663-a106-4039-a40d-6f81e26aaf4b" providerId="ADAL" clId="{735F2C14-54F5-481E-BAD5-87514A27FEF5}" dt="2026-06-24T13:41:04.846" v="404"/>
          <ac:spMkLst>
            <pc:docMk/>
            <pc:sldMk cId="3402822591" sldId="6499"/>
            <ac:spMk id="7" creationId="{3AAF6247-92FA-D3BD-2F91-EBB147C6699C}"/>
          </ac:spMkLst>
        </pc:spChg>
      </pc:sldChg>
      <pc:sldChg chg="add">
        <pc:chgData name="Sterling Baird" userId="1357d663-a106-4039-a40d-6f81e26aaf4b" providerId="ADAL" clId="{735F2C14-54F5-481E-BAD5-87514A27FEF5}" dt="2026-06-24T13:51:06.876" v="687"/>
        <pc:sldMkLst>
          <pc:docMk/>
          <pc:sldMk cId="4182099155" sldId="6566"/>
        </pc:sldMkLst>
      </pc:sldChg>
      <pc:sldChg chg="add">
        <pc:chgData name="Sterling Baird" userId="1357d663-a106-4039-a40d-6f81e26aaf4b" providerId="ADAL" clId="{735F2C14-54F5-481E-BAD5-87514A27FEF5}" dt="2026-06-24T13:48:20.490" v="550"/>
        <pc:sldMkLst>
          <pc:docMk/>
          <pc:sldMk cId="4274907816" sldId="6606"/>
        </pc:sldMkLst>
      </pc:sldChg>
      <pc:sldChg chg="add">
        <pc:chgData name="Sterling Baird" userId="1357d663-a106-4039-a40d-6f81e26aaf4b" providerId="ADAL" clId="{735F2C14-54F5-481E-BAD5-87514A27FEF5}" dt="2026-06-24T13:51:43.748" v="690"/>
        <pc:sldMkLst>
          <pc:docMk/>
          <pc:sldMk cId="3635554330" sldId="6625"/>
        </pc:sldMkLst>
      </pc:sldChg>
      <pc:sldChg chg="add">
        <pc:chgData name="Sterling Baird" userId="1357d663-a106-4039-a40d-6f81e26aaf4b" providerId="ADAL" clId="{735F2C14-54F5-481E-BAD5-87514A27FEF5}" dt="2026-06-24T13:51:06.876" v="687"/>
        <pc:sldMkLst>
          <pc:docMk/>
          <pc:sldMk cId="1810606905" sldId="6649"/>
        </pc:sldMkLst>
      </pc:sldChg>
      <pc:sldChg chg="add">
        <pc:chgData name="Sterling Baird" userId="1357d663-a106-4039-a40d-6f81e26aaf4b" providerId="ADAL" clId="{735F2C14-54F5-481E-BAD5-87514A27FEF5}" dt="2026-06-24T13:48:40.888" v="551"/>
        <pc:sldMkLst>
          <pc:docMk/>
          <pc:sldMk cId="3770226084" sldId="6657"/>
        </pc:sldMkLst>
      </pc:sldChg>
      <pc:sldChg chg="add">
        <pc:chgData name="Sterling Baird" userId="1357d663-a106-4039-a40d-6f81e26aaf4b" providerId="ADAL" clId="{735F2C14-54F5-481E-BAD5-87514A27FEF5}" dt="2026-06-24T13:51:53.031" v="691"/>
        <pc:sldMkLst>
          <pc:docMk/>
          <pc:sldMk cId="2404933260" sldId="6661"/>
        </pc:sldMkLst>
      </pc:sldChg>
      <pc:sldChg chg="add">
        <pc:chgData name="Sterling Baird" userId="1357d663-a106-4039-a40d-6f81e26aaf4b" providerId="ADAL" clId="{735F2C14-54F5-481E-BAD5-87514A27FEF5}" dt="2026-06-24T13:51:53.031" v="691"/>
        <pc:sldMkLst>
          <pc:docMk/>
          <pc:sldMk cId="2621968587" sldId="6663"/>
        </pc:sldMkLst>
      </pc:sldChg>
      <pc:sldChg chg="add">
        <pc:chgData name="Sterling Baird" userId="1357d663-a106-4039-a40d-6f81e26aaf4b" providerId="ADAL" clId="{735F2C14-54F5-481E-BAD5-87514A27FEF5}" dt="2026-06-24T13:51:43.748" v="690"/>
        <pc:sldMkLst>
          <pc:docMk/>
          <pc:sldMk cId="2879406572" sldId="6673"/>
        </pc:sldMkLst>
      </pc:sldChg>
      <pc:sldChg chg="add">
        <pc:chgData name="Sterling Baird" userId="1357d663-a106-4039-a40d-6f81e26aaf4b" providerId="ADAL" clId="{735F2C14-54F5-481E-BAD5-87514A27FEF5}" dt="2026-06-24T13:48:40.888" v="551"/>
        <pc:sldMkLst>
          <pc:docMk/>
          <pc:sldMk cId="2805328133" sldId="6920"/>
        </pc:sldMkLst>
      </pc:sldChg>
      <pc:sldChg chg="add">
        <pc:chgData name="Sterling Baird" userId="1357d663-a106-4039-a40d-6f81e26aaf4b" providerId="ADAL" clId="{735F2C14-54F5-481E-BAD5-87514A27FEF5}" dt="2026-06-24T13:48:45.753" v="552"/>
        <pc:sldMkLst>
          <pc:docMk/>
          <pc:sldMk cId="2103008911" sldId="6954"/>
        </pc:sldMkLst>
      </pc:sldChg>
      <pc:sldChg chg="modTransition">
        <pc:chgData name="Sterling Baird" userId="1357d663-a106-4039-a40d-6f81e26aaf4b" providerId="ADAL" clId="{735F2C14-54F5-481E-BAD5-87514A27FEF5}" dt="2026-06-24T13:29:14.711" v="0"/>
        <pc:sldMkLst>
          <pc:docMk/>
          <pc:sldMk cId="1063442199" sldId="7018"/>
        </pc:sldMkLst>
      </pc:sldChg>
      <pc:sldChg chg="delSp modTransition modAnim">
        <pc:chgData name="Sterling Baird" userId="1357d663-a106-4039-a40d-6f81e26aaf4b" providerId="ADAL" clId="{735F2C14-54F5-481E-BAD5-87514A27FEF5}" dt="2026-06-24T13:29:14.711" v="0"/>
        <pc:sldMkLst>
          <pc:docMk/>
          <pc:sldMk cId="3384140039" sldId="7069"/>
        </pc:sldMkLst>
        <pc:picChg chg="del">
          <ac:chgData name="Sterling Baird" userId="1357d663-a106-4039-a40d-6f81e26aaf4b" providerId="ADAL" clId="{735F2C14-54F5-481E-BAD5-87514A27FEF5}" dt="2026-06-24T13:29:14.711" v="0"/>
          <ac:picMkLst>
            <pc:docMk/>
            <pc:sldMk cId="3384140039" sldId="7069"/>
            <ac:picMk id="6" creationId="{8590DE81-0B4A-D2B1-FD7C-3B6D50BC0883}"/>
          </ac:picMkLst>
        </pc:picChg>
      </pc:sldChg>
      <pc:sldChg chg="delSp modTransition modAnim">
        <pc:chgData name="Sterling Baird" userId="1357d663-a106-4039-a40d-6f81e26aaf4b" providerId="ADAL" clId="{735F2C14-54F5-481E-BAD5-87514A27FEF5}" dt="2026-06-24T13:29:14.711" v="0"/>
        <pc:sldMkLst>
          <pc:docMk/>
          <pc:sldMk cId="2526637733" sldId="7082"/>
        </pc:sldMkLst>
        <pc:picChg chg="del">
          <ac:chgData name="Sterling Baird" userId="1357d663-a106-4039-a40d-6f81e26aaf4b" providerId="ADAL" clId="{735F2C14-54F5-481E-BAD5-87514A27FEF5}" dt="2026-06-24T13:29:14.711" v="0"/>
          <ac:picMkLst>
            <pc:docMk/>
            <pc:sldMk cId="2526637733" sldId="7082"/>
            <ac:picMk id="19" creationId="{39477041-CBC3-3520-1E55-3546770E8E54}"/>
          </ac:picMkLst>
        </pc:picChg>
      </pc:sldChg>
      <pc:sldChg chg="delSp modTransition modAnim">
        <pc:chgData name="Sterling Baird" userId="1357d663-a106-4039-a40d-6f81e26aaf4b" providerId="ADAL" clId="{735F2C14-54F5-481E-BAD5-87514A27FEF5}" dt="2026-06-24T13:29:14.711" v="0"/>
        <pc:sldMkLst>
          <pc:docMk/>
          <pc:sldMk cId="1875680372" sldId="7083"/>
        </pc:sldMkLst>
        <pc:picChg chg="del">
          <ac:chgData name="Sterling Baird" userId="1357d663-a106-4039-a40d-6f81e26aaf4b" providerId="ADAL" clId="{735F2C14-54F5-481E-BAD5-87514A27FEF5}" dt="2026-06-24T13:29:14.711" v="0"/>
          <ac:picMkLst>
            <pc:docMk/>
            <pc:sldMk cId="1875680372" sldId="7083"/>
            <ac:picMk id="6" creationId="{E0EB5BA7-90AF-B3E7-0681-C42CFBFC171C}"/>
          </ac:picMkLst>
        </pc:picChg>
      </pc:sldChg>
      <pc:sldChg chg="delSp modTransition modAnim">
        <pc:chgData name="Sterling Baird" userId="1357d663-a106-4039-a40d-6f81e26aaf4b" providerId="ADAL" clId="{735F2C14-54F5-481E-BAD5-87514A27FEF5}" dt="2026-06-24T13:29:14.711" v="0"/>
        <pc:sldMkLst>
          <pc:docMk/>
          <pc:sldMk cId="647541912" sldId="7085"/>
        </pc:sldMkLst>
        <pc:picChg chg="del">
          <ac:chgData name="Sterling Baird" userId="1357d663-a106-4039-a40d-6f81e26aaf4b" providerId="ADAL" clId="{735F2C14-54F5-481E-BAD5-87514A27FEF5}" dt="2026-06-24T13:29:14.711" v="0"/>
          <ac:picMkLst>
            <pc:docMk/>
            <pc:sldMk cId="647541912" sldId="7085"/>
            <ac:picMk id="7" creationId="{FE11A002-0F1D-B913-FE9B-CD22CDA66CFC}"/>
          </ac:picMkLst>
        </pc:picChg>
      </pc:sldChg>
      <pc:sldChg chg="delSp modSp mod modTransition modAnim">
        <pc:chgData name="Sterling Baird" userId="1357d663-a106-4039-a40d-6f81e26aaf4b" providerId="ADAL" clId="{735F2C14-54F5-481E-BAD5-87514A27FEF5}" dt="2026-06-24T14:20:37.195" v="907" actId="478"/>
        <pc:sldMkLst>
          <pc:docMk/>
          <pc:sldMk cId="1579810191" sldId="7087"/>
        </pc:sldMkLst>
        <pc:spChg chg="mod">
          <ac:chgData name="Sterling Baird" userId="1357d663-a106-4039-a40d-6f81e26aaf4b" providerId="ADAL" clId="{735F2C14-54F5-481E-BAD5-87514A27FEF5}" dt="2026-06-24T13:29:44.991" v="65" actId="20577"/>
          <ac:spMkLst>
            <pc:docMk/>
            <pc:sldMk cId="1579810191" sldId="7087"/>
            <ac:spMk id="2" creationId="{C73B9460-B00D-1584-8684-06600380C9FD}"/>
          </ac:spMkLst>
        </pc:spChg>
        <pc:spChg chg="del">
          <ac:chgData name="Sterling Baird" userId="1357d663-a106-4039-a40d-6f81e26aaf4b" providerId="ADAL" clId="{735F2C14-54F5-481E-BAD5-87514A27FEF5}" dt="2026-06-24T14:20:37.195" v="907" actId="478"/>
          <ac:spMkLst>
            <pc:docMk/>
            <pc:sldMk cId="1579810191" sldId="7087"/>
            <ac:spMk id="11" creationId="{7ED153AB-5270-7EC0-1F8F-A1F44EA881BF}"/>
          </ac:spMkLst>
        </pc:spChg>
        <pc:picChg chg="del">
          <ac:chgData name="Sterling Baird" userId="1357d663-a106-4039-a40d-6f81e26aaf4b" providerId="ADAL" clId="{735F2C14-54F5-481E-BAD5-87514A27FEF5}" dt="2026-06-24T14:20:37.195" v="907" actId="478"/>
          <ac:picMkLst>
            <pc:docMk/>
            <pc:sldMk cId="1579810191" sldId="7087"/>
            <ac:picMk id="6" creationId="{CF9D3CFB-72BB-DE38-1160-7927BC6687BD}"/>
          </ac:picMkLst>
        </pc:picChg>
        <pc:picChg chg="del">
          <ac:chgData name="Sterling Baird" userId="1357d663-a106-4039-a40d-6f81e26aaf4b" providerId="ADAL" clId="{735F2C14-54F5-481E-BAD5-87514A27FEF5}" dt="2026-06-24T14:20:37.195" v="907" actId="478"/>
          <ac:picMkLst>
            <pc:docMk/>
            <pc:sldMk cId="1579810191" sldId="7087"/>
            <ac:picMk id="10" creationId="{DBF18C50-A080-7825-EFBC-8E55D13F3F9A}"/>
          </ac:picMkLst>
        </pc:picChg>
        <pc:picChg chg="del">
          <ac:chgData name="Sterling Baird" userId="1357d663-a106-4039-a40d-6f81e26aaf4b" providerId="ADAL" clId="{735F2C14-54F5-481E-BAD5-87514A27FEF5}" dt="2026-06-24T13:29:14.711" v="0"/>
          <ac:picMkLst>
            <pc:docMk/>
            <pc:sldMk cId="1579810191" sldId="7087"/>
            <ac:picMk id="13" creationId="{524F5AE7-FB41-E9FE-81EB-9F3037B3A3E4}"/>
          </ac:picMkLst>
        </pc:picChg>
      </pc:sldChg>
      <pc:sldChg chg="modTransition">
        <pc:chgData name="Sterling Baird" userId="1357d663-a106-4039-a40d-6f81e26aaf4b" providerId="ADAL" clId="{735F2C14-54F5-481E-BAD5-87514A27FEF5}" dt="2026-06-24T13:29:14.711" v="0"/>
        <pc:sldMkLst>
          <pc:docMk/>
          <pc:sldMk cId="1422193461" sldId="7090"/>
        </pc:sldMkLst>
      </pc:sldChg>
      <pc:sldChg chg="del modTransition">
        <pc:chgData name="Sterling Baird" userId="1357d663-a106-4039-a40d-6f81e26aaf4b" providerId="ADAL" clId="{735F2C14-54F5-481E-BAD5-87514A27FEF5}" dt="2026-06-24T14:18:04.584" v="906" actId="47"/>
        <pc:sldMkLst>
          <pc:docMk/>
          <pc:sldMk cId="1974216512" sldId="7091"/>
        </pc:sldMkLst>
      </pc:sldChg>
      <pc:sldChg chg="delSp modTransition modAnim">
        <pc:chgData name="Sterling Baird" userId="1357d663-a106-4039-a40d-6f81e26aaf4b" providerId="ADAL" clId="{735F2C14-54F5-481E-BAD5-87514A27FEF5}" dt="2026-06-24T13:29:14.711" v="0"/>
        <pc:sldMkLst>
          <pc:docMk/>
          <pc:sldMk cId="41495603" sldId="7092"/>
        </pc:sldMkLst>
        <pc:picChg chg="del">
          <ac:chgData name="Sterling Baird" userId="1357d663-a106-4039-a40d-6f81e26aaf4b" providerId="ADAL" clId="{735F2C14-54F5-481E-BAD5-87514A27FEF5}" dt="2026-06-24T13:29:14.711" v="0"/>
          <ac:picMkLst>
            <pc:docMk/>
            <pc:sldMk cId="41495603" sldId="7092"/>
            <ac:picMk id="28" creationId="{8E8AD52F-B45F-9985-3B52-3E2821D09921}"/>
          </ac:picMkLst>
        </pc:picChg>
      </pc:sldChg>
      <pc:sldChg chg="delSp modTransition modAnim">
        <pc:chgData name="Sterling Baird" userId="1357d663-a106-4039-a40d-6f81e26aaf4b" providerId="ADAL" clId="{735F2C14-54F5-481E-BAD5-87514A27FEF5}" dt="2026-06-24T13:29:14.711" v="0"/>
        <pc:sldMkLst>
          <pc:docMk/>
          <pc:sldMk cId="1441015139" sldId="7093"/>
        </pc:sldMkLst>
        <pc:picChg chg="del">
          <ac:chgData name="Sterling Baird" userId="1357d663-a106-4039-a40d-6f81e26aaf4b" providerId="ADAL" clId="{735F2C14-54F5-481E-BAD5-87514A27FEF5}" dt="2026-06-24T13:29:14.711" v="0"/>
          <ac:picMkLst>
            <pc:docMk/>
            <pc:sldMk cId="1441015139" sldId="7093"/>
            <ac:picMk id="10" creationId="{6344B17D-1BE3-D91B-00D1-05DC89624D21}"/>
          </ac:picMkLst>
        </pc:picChg>
      </pc:sldChg>
      <pc:sldChg chg="delSp modTransition modAnim">
        <pc:chgData name="Sterling Baird" userId="1357d663-a106-4039-a40d-6f81e26aaf4b" providerId="ADAL" clId="{735F2C14-54F5-481E-BAD5-87514A27FEF5}" dt="2026-06-24T13:29:14.711" v="0"/>
        <pc:sldMkLst>
          <pc:docMk/>
          <pc:sldMk cId="4065811164" sldId="7094"/>
        </pc:sldMkLst>
        <pc:picChg chg="del">
          <ac:chgData name="Sterling Baird" userId="1357d663-a106-4039-a40d-6f81e26aaf4b" providerId="ADAL" clId="{735F2C14-54F5-481E-BAD5-87514A27FEF5}" dt="2026-06-24T13:29:14.711" v="0"/>
          <ac:picMkLst>
            <pc:docMk/>
            <pc:sldMk cId="4065811164" sldId="7094"/>
            <ac:picMk id="6" creationId="{652D0F8D-B192-359B-2DE8-6F06DE0DC66F}"/>
          </ac:picMkLst>
        </pc:picChg>
      </pc:sldChg>
      <pc:sldChg chg="modTransition">
        <pc:chgData name="Sterling Baird" userId="1357d663-a106-4039-a40d-6f81e26aaf4b" providerId="ADAL" clId="{735F2C14-54F5-481E-BAD5-87514A27FEF5}" dt="2026-06-24T13:29:14.711" v="0"/>
        <pc:sldMkLst>
          <pc:docMk/>
          <pc:sldMk cId="1398435611" sldId="7096"/>
        </pc:sldMkLst>
      </pc:sldChg>
      <pc:sldChg chg="modTransition">
        <pc:chgData name="Sterling Baird" userId="1357d663-a106-4039-a40d-6f81e26aaf4b" providerId="ADAL" clId="{735F2C14-54F5-481E-BAD5-87514A27FEF5}" dt="2026-06-24T13:29:14.711" v="0"/>
        <pc:sldMkLst>
          <pc:docMk/>
          <pc:sldMk cId="33624938" sldId="7097"/>
        </pc:sldMkLst>
      </pc:sldChg>
      <pc:sldChg chg="delSp modTransition modAnim">
        <pc:chgData name="Sterling Baird" userId="1357d663-a106-4039-a40d-6f81e26aaf4b" providerId="ADAL" clId="{735F2C14-54F5-481E-BAD5-87514A27FEF5}" dt="2026-06-24T13:29:14.711" v="0"/>
        <pc:sldMkLst>
          <pc:docMk/>
          <pc:sldMk cId="232644041" sldId="7098"/>
        </pc:sldMkLst>
        <pc:picChg chg="del">
          <ac:chgData name="Sterling Baird" userId="1357d663-a106-4039-a40d-6f81e26aaf4b" providerId="ADAL" clId="{735F2C14-54F5-481E-BAD5-87514A27FEF5}" dt="2026-06-24T13:29:14.711" v="0"/>
          <ac:picMkLst>
            <pc:docMk/>
            <pc:sldMk cId="232644041" sldId="7098"/>
            <ac:picMk id="9" creationId="{207EF0DA-BAF6-A4AF-8889-DA2A54CFC280}"/>
          </ac:picMkLst>
        </pc:picChg>
      </pc:sldChg>
      <pc:sldChg chg="delSp modTransition modAnim">
        <pc:chgData name="Sterling Baird" userId="1357d663-a106-4039-a40d-6f81e26aaf4b" providerId="ADAL" clId="{735F2C14-54F5-481E-BAD5-87514A27FEF5}" dt="2026-06-24T13:29:14.711" v="0"/>
        <pc:sldMkLst>
          <pc:docMk/>
          <pc:sldMk cId="1331650472" sldId="7099"/>
        </pc:sldMkLst>
        <pc:picChg chg="del">
          <ac:chgData name="Sterling Baird" userId="1357d663-a106-4039-a40d-6f81e26aaf4b" providerId="ADAL" clId="{735F2C14-54F5-481E-BAD5-87514A27FEF5}" dt="2026-06-24T13:29:14.711" v="0"/>
          <ac:picMkLst>
            <pc:docMk/>
            <pc:sldMk cId="1331650472" sldId="7099"/>
            <ac:picMk id="7" creationId="{0E55DCFD-66BE-2112-55E7-7B2ECC9A902E}"/>
          </ac:picMkLst>
        </pc:picChg>
      </pc:sldChg>
      <pc:sldChg chg="delSp modTransition modAnim">
        <pc:chgData name="Sterling Baird" userId="1357d663-a106-4039-a40d-6f81e26aaf4b" providerId="ADAL" clId="{735F2C14-54F5-481E-BAD5-87514A27FEF5}" dt="2026-06-24T13:29:14.711" v="0"/>
        <pc:sldMkLst>
          <pc:docMk/>
          <pc:sldMk cId="3600389822" sldId="7100"/>
        </pc:sldMkLst>
        <pc:picChg chg="del">
          <ac:chgData name="Sterling Baird" userId="1357d663-a106-4039-a40d-6f81e26aaf4b" providerId="ADAL" clId="{735F2C14-54F5-481E-BAD5-87514A27FEF5}" dt="2026-06-24T13:29:14.711" v="0"/>
          <ac:picMkLst>
            <pc:docMk/>
            <pc:sldMk cId="3600389822" sldId="7100"/>
            <ac:picMk id="7" creationId="{715980D5-CC1B-E777-948C-B77064FB49B7}"/>
          </ac:picMkLst>
        </pc:picChg>
      </pc:sldChg>
      <pc:sldChg chg="modTransition">
        <pc:chgData name="Sterling Baird" userId="1357d663-a106-4039-a40d-6f81e26aaf4b" providerId="ADAL" clId="{735F2C14-54F5-481E-BAD5-87514A27FEF5}" dt="2026-06-24T13:29:14.711" v="0"/>
        <pc:sldMkLst>
          <pc:docMk/>
          <pc:sldMk cId="700878909" sldId="7101"/>
        </pc:sldMkLst>
      </pc:sldChg>
      <pc:sldChg chg="modTransition">
        <pc:chgData name="Sterling Baird" userId="1357d663-a106-4039-a40d-6f81e26aaf4b" providerId="ADAL" clId="{735F2C14-54F5-481E-BAD5-87514A27FEF5}" dt="2026-06-24T13:29:14.711" v="0"/>
        <pc:sldMkLst>
          <pc:docMk/>
          <pc:sldMk cId="544790605" sldId="7102"/>
        </pc:sldMkLst>
      </pc:sldChg>
      <pc:sldChg chg="modTransition">
        <pc:chgData name="Sterling Baird" userId="1357d663-a106-4039-a40d-6f81e26aaf4b" providerId="ADAL" clId="{735F2C14-54F5-481E-BAD5-87514A27FEF5}" dt="2026-06-24T13:29:14.711" v="0"/>
        <pc:sldMkLst>
          <pc:docMk/>
          <pc:sldMk cId="859540742" sldId="7103"/>
        </pc:sldMkLst>
      </pc:sldChg>
      <pc:sldChg chg="modTransition">
        <pc:chgData name="Sterling Baird" userId="1357d663-a106-4039-a40d-6f81e26aaf4b" providerId="ADAL" clId="{735F2C14-54F5-481E-BAD5-87514A27FEF5}" dt="2026-06-24T13:29:14.711" v="0"/>
        <pc:sldMkLst>
          <pc:docMk/>
          <pc:sldMk cId="2319100863" sldId="7104"/>
        </pc:sldMkLst>
      </pc:sldChg>
      <pc:sldChg chg="modTransition">
        <pc:chgData name="Sterling Baird" userId="1357d663-a106-4039-a40d-6f81e26aaf4b" providerId="ADAL" clId="{735F2C14-54F5-481E-BAD5-87514A27FEF5}" dt="2026-06-24T13:29:14.711" v="0"/>
        <pc:sldMkLst>
          <pc:docMk/>
          <pc:sldMk cId="1322107293" sldId="7105"/>
        </pc:sldMkLst>
      </pc:sldChg>
      <pc:sldChg chg="modTransition">
        <pc:chgData name="Sterling Baird" userId="1357d663-a106-4039-a40d-6f81e26aaf4b" providerId="ADAL" clId="{735F2C14-54F5-481E-BAD5-87514A27FEF5}" dt="2026-06-24T13:29:14.711" v="0"/>
        <pc:sldMkLst>
          <pc:docMk/>
          <pc:sldMk cId="906941989" sldId="7106"/>
        </pc:sldMkLst>
      </pc:sldChg>
      <pc:sldChg chg="modTransition addAnim delAnim modAnim">
        <pc:chgData name="Sterling Baird" userId="1357d663-a106-4039-a40d-6f81e26aaf4b" providerId="ADAL" clId="{735F2C14-54F5-481E-BAD5-87514A27FEF5}" dt="2026-06-24T13:39:27.421" v="355"/>
        <pc:sldMkLst>
          <pc:docMk/>
          <pc:sldMk cId="259921791" sldId="7107"/>
        </pc:sldMkLst>
      </pc:sldChg>
      <pc:sldChg chg="modTransition">
        <pc:chgData name="Sterling Baird" userId="1357d663-a106-4039-a40d-6f81e26aaf4b" providerId="ADAL" clId="{735F2C14-54F5-481E-BAD5-87514A27FEF5}" dt="2026-06-24T13:29:14.711" v="0"/>
        <pc:sldMkLst>
          <pc:docMk/>
          <pc:sldMk cId="317174471" sldId="7108"/>
        </pc:sldMkLst>
      </pc:sldChg>
      <pc:sldChg chg="modTransition">
        <pc:chgData name="Sterling Baird" userId="1357d663-a106-4039-a40d-6f81e26aaf4b" providerId="ADAL" clId="{735F2C14-54F5-481E-BAD5-87514A27FEF5}" dt="2026-06-24T13:29:14.711" v="0"/>
        <pc:sldMkLst>
          <pc:docMk/>
          <pc:sldMk cId="1190700389" sldId="7109"/>
        </pc:sldMkLst>
      </pc:sldChg>
      <pc:sldChg chg="modTransition">
        <pc:chgData name="Sterling Baird" userId="1357d663-a106-4039-a40d-6f81e26aaf4b" providerId="ADAL" clId="{735F2C14-54F5-481E-BAD5-87514A27FEF5}" dt="2026-06-24T13:29:14.711" v="0"/>
        <pc:sldMkLst>
          <pc:docMk/>
          <pc:sldMk cId="3559055419" sldId="7110"/>
        </pc:sldMkLst>
      </pc:sldChg>
      <pc:sldChg chg="modTransition">
        <pc:chgData name="Sterling Baird" userId="1357d663-a106-4039-a40d-6f81e26aaf4b" providerId="ADAL" clId="{735F2C14-54F5-481E-BAD5-87514A27FEF5}" dt="2026-06-24T13:29:14.711" v="0"/>
        <pc:sldMkLst>
          <pc:docMk/>
          <pc:sldMk cId="3192030406" sldId="7112"/>
        </pc:sldMkLst>
      </pc:sldChg>
      <pc:sldChg chg="delSp modTransition modAnim">
        <pc:chgData name="Sterling Baird" userId="1357d663-a106-4039-a40d-6f81e26aaf4b" providerId="ADAL" clId="{735F2C14-54F5-481E-BAD5-87514A27FEF5}" dt="2026-06-24T13:29:14.711" v="0"/>
        <pc:sldMkLst>
          <pc:docMk/>
          <pc:sldMk cId="1712936191" sldId="7114"/>
        </pc:sldMkLst>
        <pc:picChg chg="del">
          <ac:chgData name="Sterling Baird" userId="1357d663-a106-4039-a40d-6f81e26aaf4b" providerId="ADAL" clId="{735F2C14-54F5-481E-BAD5-87514A27FEF5}" dt="2026-06-24T13:29:14.711" v="0"/>
          <ac:picMkLst>
            <pc:docMk/>
            <pc:sldMk cId="1712936191" sldId="7114"/>
            <ac:picMk id="7" creationId="{0B1C2833-0557-1151-D2FC-11E54FF063B9}"/>
          </ac:picMkLst>
        </pc:picChg>
      </pc:sldChg>
      <pc:sldChg chg="addSp delSp modSp mod modTransition">
        <pc:chgData name="Sterling Baird" userId="1357d663-a106-4039-a40d-6f81e26aaf4b" providerId="ADAL" clId="{735F2C14-54F5-481E-BAD5-87514A27FEF5}" dt="2026-06-24T14:07:43.872" v="745" actId="1076"/>
        <pc:sldMkLst>
          <pc:docMk/>
          <pc:sldMk cId="2840587159" sldId="7115"/>
        </pc:sldMkLst>
        <pc:picChg chg="add del mod">
          <ac:chgData name="Sterling Baird" userId="1357d663-a106-4039-a40d-6f81e26aaf4b" providerId="ADAL" clId="{735F2C14-54F5-481E-BAD5-87514A27FEF5}" dt="2026-06-24T13:31:03.275" v="72" actId="21"/>
          <ac:picMkLst>
            <pc:docMk/>
            <pc:sldMk cId="2840587159" sldId="7115"/>
            <ac:picMk id="5" creationId="{75F2664C-61DF-DE2F-BA7E-53D3606681A1}"/>
          </ac:picMkLst>
        </pc:picChg>
        <pc:picChg chg="add mod">
          <ac:chgData name="Sterling Baird" userId="1357d663-a106-4039-a40d-6f81e26aaf4b" providerId="ADAL" clId="{735F2C14-54F5-481E-BAD5-87514A27FEF5}" dt="2026-06-24T14:07:43.872" v="745" actId="1076"/>
          <ac:picMkLst>
            <pc:docMk/>
            <pc:sldMk cId="2840587159" sldId="7115"/>
            <ac:picMk id="10" creationId="{739A98B5-B8CF-5379-5E68-90EADCB12273}"/>
          </ac:picMkLst>
        </pc:picChg>
        <pc:picChg chg="mod">
          <ac:chgData name="Sterling Baird" userId="1357d663-a106-4039-a40d-6f81e26aaf4b" providerId="ADAL" clId="{735F2C14-54F5-481E-BAD5-87514A27FEF5}" dt="2026-06-24T14:07:41.320" v="744" actId="1037"/>
          <ac:picMkLst>
            <pc:docMk/>
            <pc:sldMk cId="2840587159" sldId="7115"/>
            <ac:picMk id="1026" creationId="{2BE88A24-B9FA-FE3A-57AD-83F4FAF78373}"/>
          </ac:picMkLst>
        </pc:picChg>
        <pc:picChg chg="mod">
          <ac:chgData name="Sterling Baird" userId="1357d663-a106-4039-a40d-6f81e26aaf4b" providerId="ADAL" clId="{735F2C14-54F5-481E-BAD5-87514A27FEF5}" dt="2026-06-24T14:07:41.320" v="744" actId="1037"/>
          <ac:picMkLst>
            <pc:docMk/>
            <pc:sldMk cId="2840587159" sldId="7115"/>
            <ac:picMk id="1028" creationId="{D07244D8-060B-03CE-5B1D-EFFDE0ECE346}"/>
          </ac:picMkLst>
        </pc:picChg>
        <pc:picChg chg="mod">
          <ac:chgData name="Sterling Baird" userId="1357d663-a106-4039-a40d-6f81e26aaf4b" providerId="ADAL" clId="{735F2C14-54F5-481E-BAD5-87514A27FEF5}" dt="2026-06-24T14:07:41.320" v="744" actId="1037"/>
          <ac:picMkLst>
            <pc:docMk/>
            <pc:sldMk cId="2840587159" sldId="7115"/>
            <ac:picMk id="1030" creationId="{B77E7D53-3C6C-198E-CC51-DE82EDA9AACF}"/>
          </ac:picMkLst>
        </pc:picChg>
      </pc:sldChg>
      <pc:sldChg chg="modTransition">
        <pc:chgData name="Sterling Baird" userId="1357d663-a106-4039-a40d-6f81e26aaf4b" providerId="ADAL" clId="{735F2C14-54F5-481E-BAD5-87514A27FEF5}" dt="2026-06-24T13:29:14.711" v="0"/>
        <pc:sldMkLst>
          <pc:docMk/>
          <pc:sldMk cId="825978036" sldId="7116"/>
        </pc:sldMkLst>
      </pc:sldChg>
      <pc:sldChg chg="addSp delSp modSp mod modTransition">
        <pc:chgData name="Sterling Baird" userId="1357d663-a106-4039-a40d-6f81e26aaf4b" providerId="ADAL" clId="{735F2C14-54F5-481E-BAD5-87514A27FEF5}" dt="2026-06-24T14:21:15.361" v="920" actId="20577"/>
        <pc:sldMkLst>
          <pc:docMk/>
          <pc:sldMk cId="3399964177" sldId="7117"/>
        </pc:sldMkLst>
        <pc:spChg chg="mod">
          <ac:chgData name="Sterling Baird" userId="1357d663-a106-4039-a40d-6f81e26aaf4b" providerId="ADAL" clId="{735F2C14-54F5-481E-BAD5-87514A27FEF5}" dt="2026-06-24T14:21:15.361" v="920" actId="20577"/>
          <ac:spMkLst>
            <pc:docMk/>
            <pc:sldMk cId="3399964177" sldId="7117"/>
            <ac:spMk id="4" creationId="{828D4DF1-6968-8FA2-B458-AEF2C5CABB38}"/>
          </ac:spMkLst>
        </pc:spChg>
        <pc:spChg chg="mod">
          <ac:chgData name="Sterling Baird" userId="1357d663-a106-4039-a40d-6f81e26aaf4b" providerId="ADAL" clId="{735F2C14-54F5-481E-BAD5-87514A27FEF5}" dt="2026-06-24T13:33:42.701" v="77" actId="14100"/>
          <ac:spMkLst>
            <pc:docMk/>
            <pc:sldMk cId="3399964177" sldId="7117"/>
            <ac:spMk id="9" creationId="{0A29572B-9BF7-A108-2DA3-7C1F2763819A}"/>
          </ac:spMkLst>
        </pc:spChg>
        <pc:spChg chg="add mod">
          <ac:chgData name="Sterling Baird" userId="1357d663-a106-4039-a40d-6f81e26aaf4b" providerId="ADAL" clId="{735F2C14-54F5-481E-BAD5-87514A27FEF5}" dt="2026-06-24T13:35:41.809" v="139" actId="1076"/>
          <ac:spMkLst>
            <pc:docMk/>
            <pc:sldMk cId="3399964177" sldId="7117"/>
            <ac:spMk id="13" creationId="{BF1EF81F-07F9-1DBB-227B-44D1917AF7EE}"/>
          </ac:spMkLst>
        </pc:spChg>
        <pc:spChg chg="add del">
          <ac:chgData name="Sterling Baird" userId="1357d663-a106-4039-a40d-6f81e26aaf4b" providerId="ADAL" clId="{735F2C14-54F5-481E-BAD5-87514A27FEF5}" dt="2026-06-24T13:34:33.989" v="103" actId="22"/>
          <ac:spMkLst>
            <pc:docMk/>
            <pc:sldMk cId="3399964177" sldId="7117"/>
            <ac:spMk id="15" creationId="{E28BC394-F5ED-6517-4814-C852D54C67D1}"/>
          </ac:spMkLst>
        </pc:spChg>
        <pc:spChg chg="add mod">
          <ac:chgData name="Sterling Baird" userId="1357d663-a106-4039-a40d-6f81e26aaf4b" providerId="ADAL" clId="{735F2C14-54F5-481E-BAD5-87514A27FEF5}" dt="2026-06-24T13:45:04.386" v="421" actId="1076"/>
          <ac:spMkLst>
            <pc:docMk/>
            <pc:sldMk cId="3399964177" sldId="7117"/>
            <ac:spMk id="17" creationId="{38626038-A7C8-25F9-389C-856E369017A9}"/>
          </ac:spMkLst>
        </pc:spChg>
        <pc:picChg chg="mod">
          <ac:chgData name="Sterling Baird" userId="1357d663-a106-4039-a40d-6f81e26aaf4b" providerId="ADAL" clId="{735F2C14-54F5-481E-BAD5-87514A27FEF5}" dt="2026-06-24T13:33:54.708" v="81" actId="1076"/>
          <ac:picMkLst>
            <pc:docMk/>
            <pc:sldMk cId="3399964177" sldId="7117"/>
            <ac:picMk id="8" creationId="{44417CAC-10DA-A112-9D45-95012537E37A}"/>
          </ac:picMkLst>
        </pc:picChg>
        <pc:picChg chg="mod">
          <ac:chgData name="Sterling Baird" userId="1357d663-a106-4039-a40d-6f81e26aaf4b" providerId="ADAL" clId="{735F2C14-54F5-481E-BAD5-87514A27FEF5}" dt="2026-06-24T13:35:44.231" v="140" actId="1076"/>
          <ac:picMkLst>
            <pc:docMk/>
            <pc:sldMk cId="3399964177" sldId="7117"/>
            <ac:picMk id="18" creationId="{576C9A9E-85CB-EDAC-DEB9-EA67CEE201BF}"/>
          </ac:picMkLst>
        </pc:picChg>
        <pc:cxnChg chg="mod">
          <ac:chgData name="Sterling Baird" userId="1357d663-a106-4039-a40d-6f81e26aaf4b" providerId="ADAL" clId="{735F2C14-54F5-481E-BAD5-87514A27FEF5}" dt="2026-06-24T13:33:56.702" v="82" actId="14100"/>
          <ac:cxnSpMkLst>
            <pc:docMk/>
            <pc:sldMk cId="3399964177" sldId="7117"/>
            <ac:cxnSpMk id="11" creationId="{FD7E7EE2-F627-295A-DEBA-F86F7DC817FB}"/>
          </ac:cxnSpMkLst>
        </pc:cxnChg>
      </pc:sldChg>
      <pc:sldChg chg="modTransition modNotesTx">
        <pc:chgData name="Sterling Baird" userId="1357d663-a106-4039-a40d-6f81e26aaf4b" providerId="ADAL" clId="{735F2C14-54F5-481E-BAD5-87514A27FEF5}" dt="2026-06-24T13:49:13.488" v="569" actId="20577"/>
        <pc:sldMkLst>
          <pc:docMk/>
          <pc:sldMk cId="3875103652" sldId="7118"/>
        </pc:sldMkLst>
      </pc:sldChg>
      <pc:sldChg chg="addSp modSp mod modTransition">
        <pc:chgData name="Sterling Baird" userId="1357d663-a106-4039-a40d-6f81e26aaf4b" providerId="ADAL" clId="{735F2C14-54F5-481E-BAD5-87514A27FEF5}" dt="2026-06-24T13:37:56.683" v="353" actId="14100"/>
        <pc:sldMkLst>
          <pc:docMk/>
          <pc:sldMk cId="2805867118" sldId="7119"/>
        </pc:sldMkLst>
        <pc:spChg chg="mod">
          <ac:chgData name="Sterling Baird" userId="1357d663-a106-4039-a40d-6f81e26aaf4b" providerId="ADAL" clId="{735F2C14-54F5-481E-BAD5-87514A27FEF5}" dt="2026-06-24T13:36:16.440" v="209" actId="20577"/>
          <ac:spMkLst>
            <pc:docMk/>
            <pc:sldMk cId="2805867118" sldId="7119"/>
            <ac:spMk id="2" creationId="{78849007-97A7-CF04-DE2B-363BBE0589B5}"/>
          </ac:spMkLst>
        </pc:spChg>
        <pc:spChg chg="add mod">
          <ac:chgData name="Sterling Baird" userId="1357d663-a106-4039-a40d-6f81e26aaf4b" providerId="ADAL" clId="{735F2C14-54F5-481E-BAD5-87514A27FEF5}" dt="2026-06-24T13:37:28.782" v="291" actId="1076"/>
          <ac:spMkLst>
            <pc:docMk/>
            <pc:sldMk cId="2805867118" sldId="7119"/>
            <ac:spMk id="7" creationId="{BCFF74D9-87A2-FB03-00FB-55972025E95F}"/>
          </ac:spMkLst>
        </pc:spChg>
        <pc:spChg chg="add mod">
          <ac:chgData name="Sterling Baird" userId="1357d663-a106-4039-a40d-6f81e26aaf4b" providerId="ADAL" clId="{735F2C14-54F5-481E-BAD5-87514A27FEF5}" dt="2026-06-24T13:37:46.648" v="351" actId="1037"/>
          <ac:spMkLst>
            <pc:docMk/>
            <pc:sldMk cId="2805867118" sldId="7119"/>
            <ac:spMk id="9" creationId="{B98B9D9C-B914-6053-4F35-35E0BC3A31DE}"/>
          </ac:spMkLst>
        </pc:spChg>
        <pc:spChg chg="add mod">
          <ac:chgData name="Sterling Baird" userId="1357d663-a106-4039-a40d-6f81e26aaf4b" providerId="ADAL" clId="{735F2C14-54F5-481E-BAD5-87514A27FEF5}" dt="2026-06-24T13:37:46.648" v="351" actId="1037"/>
          <ac:spMkLst>
            <pc:docMk/>
            <pc:sldMk cId="2805867118" sldId="7119"/>
            <ac:spMk id="10" creationId="{1FDDC8B4-FC35-4A49-BC79-27D04ADB327E}"/>
          </ac:spMkLst>
        </pc:spChg>
        <pc:spChg chg="mod">
          <ac:chgData name="Sterling Baird" userId="1357d663-a106-4039-a40d-6f81e26aaf4b" providerId="ADAL" clId="{735F2C14-54F5-481E-BAD5-87514A27FEF5}" dt="2026-06-24T13:36:41.599" v="223" actId="1035"/>
          <ac:spMkLst>
            <pc:docMk/>
            <pc:sldMk cId="2805867118" sldId="7119"/>
            <ac:spMk id="60" creationId="{4CD224B1-213E-2D92-0085-9A3174D86334}"/>
          </ac:spMkLst>
        </pc:spChg>
        <pc:spChg chg="mod">
          <ac:chgData name="Sterling Baird" userId="1357d663-a106-4039-a40d-6f81e26aaf4b" providerId="ADAL" clId="{735F2C14-54F5-481E-BAD5-87514A27FEF5}" dt="2026-06-24T13:36:41.599" v="223" actId="1035"/>
          <ac:spMkLst>
            <pc:docMk/>
            <pc:sldMk cId="2805867118" sldId="7119"/>
            <ac:spMk id="61" creationId="{7B4A1530-355B-FAB2-540E-43696E9177D7}"/>
          </ac:spMkLst>
        </pc:spChg>
        <pc:spChg chg="mod">
          <ac:chgData name="Sterling Baird" userId="1357d663-a106-4039-a40d-6f81e26aaf4b" providerId="ADAL" clId="{735F2C14-54F5-481E-BAD5-87514A27FEF5}" dt="2026-06-24T13:36:41.599" v="223" actId="1035"/>
          <ac:spMkLst>
            <pc:docMk/>
            <pc:sldMk cId="2805867118" sldId="7119"/>
            <ac:spMk id="62" creationId="{08FCC721-D186-A92D-3E52-FC913598D12C}"/>
          </ac:spMkLst>
        </pc:spChg>
        <pc:spChg chg="mod">
          <ac:chgData name="Sterling Baird" userId="1357d663-a106-4039-a40d-6f81e26aaf4b" providerId="ADAL" clId="{735F2C14-54F5-481E-BAD5-87514A27FEF5}" dt="2026-06-24T13:36:41.599" v="223" actId="1035"/>
          <ac:spMkLst>
            <pc:docMk/>
            <pc:sldMk cId="2805867118" sldId="7119"/>
            <ac:spMk id="63" creationId="{5D64BC8C-4D49-BFC2-DCE0-0AC5E8592A7B}"/>
          </ac:spMkLst>
        </pc:spChg>
        <pc:picChg chg="mod">
          <ac:chgData name="Sterling Baird" userId="1357d663-a106-4039-a40d-6f81e26aaf4b" providerId="ADAL" clId="{735F2C14-54F5-481E-BAD5-87514A27FEF5}" dt="2026-06-24T13:37:39.080" v="318" actId="1076"/>
          <ac:picMkLst>
            <pc:docMk/>
            <pc:sldMk cId="2805867118" sldId="7119"/>
            <ac:picMk id="3" creationId="{4D9FB300-2576-BCD9-3FC1-A61F354FD31D}"/>
          </ac:picMkLst>
        </pc:picChg>
        <pc:picChg chg="mod">
          <ac:chgData name="Sterling Baird" userId="1357d663-a106-4039-a40d-6f81e26aaf4b" providerId="ADAL" clId="{735F2C14-54F5-481E-BAD5-87514A27FEF5}" dt="2026-06-24T13:36:42.882" v="234" actId="1035"/>
          <ac:picMkLst>
            <pc:docMk/>
            <pc:sldMk cId="2805867118" sldId="7119"/>
            <ac:picMk id="59" creationId="{0FB0D4D4-24C6-DBEE-9185-C599298B644B}"/>
          </ac:picMkLst>
        </pc:picChg>
        <pc:picChg chg="mod">
          <ac:chgData name="Sterling Baird" userId="1357d663-a106-4039-a40d-6f81e26aaf4b" providerId="ADAL" clId="{735F2C14-54F5-481E-BAD5-87514A27FEF5}" dt="2026-06-24T13:37:51.310" v="352" actId="554"/>
          <ac:picMkLst>
            <pc:docMk/>
            <pc:sldMk cId="2805867118" sldId="7119"/>
            <ac:picMk id="75" creationId="{644D989D-EBAE-0A16-DAB2-34A4FC7917AD}"/>
          </ac:picMkLst>
        </pc:picChg>
        <pc:picChg chg="mod">
          <ac:chgData name="Sterling Baird" userId="1357d663-a106-4039-a40d-6f81e26aaf4b" providerId="ADAL" clId="{735F2C14-54F5-481E-BAD5-87514A27FEF5}" dt="2026-06-24T13:37:51.310" v="352" actId="554"/>
          <ac:picMkLst>
            <pc:docMk/>
            <pc:sldMk cId="2805867118" sldId="7119"/>
            <ac:picMk id="76" creationId="{0631F7FD-7FE1-56EA-C677-0227A58C8F65}"/>
          </ac:picMkLst>
        </pc:picChg>
        <pc:picChg chg="mod">
          <ac:chgData name="Sterling Baird" userId="1357d663-a106-4039-a40d-6f81e26aaf4b" providerId="ADAL" clId="{735F2C14-54F5-481E-BAD5-87514A27FEF5}" dt="2026-06-24T13:37:56.683" v="353" actId="14100"/>
          <ac:picMkLst>
            <pc:docMk/>
            <pc:sldMk cId="2805867118" sldId="7119"/>
            <ac:picMk id="78" creationId="{CD53F5FF-43B1-3D35-F5F9-675424081DCA}"/>
          </ac:picMkLst>
        </pc:picChg>
        <pc:cxnChg chg="mod">
          <ac:chgData name="Sterling Baird" userId="1357d663-a106-4039-a40d-6f81e26aaf4b" providerId="ADAL" clId="{735F2C14-54F5-481E-BAD5-87514A27FEF5}" dt="2026-06-24T13:36:41.599" v="223" actId="1035"/>
          <ac:cxnSpMkLst>
            <pc:docMk/>
            <pc:sldMk cId="2805867118" sldId="7119"/>
            <ac:cxnSpMk id="65" creationId="{79D49986-0EB4-2CEB-EA68-EF6119FDFBF1}"/>
          </ac:cxnSpMkLst>
        </pc:cxnChg>
        <pc:cxnChg chg="mod">
          <ac:chgData name="Sterling Baird" userId="1357d663-a106-4039-a40d-6f81e26aaf4b" providerId="ADAL" clId="{735F2C14-54F5-481E-BAD5-87514A27FEF5}" dt="2026-06-24T13:36:41.599" v="223" actId="1035"/>
          <ac:cxnSpMkLst>
            <pc:docMk/>
            <pc:sldMk cId="2805867118" sldId="7119"/>
            <ac:cxnSpMk id="66" creationId="{0A56C350-7E72-137F-5842-5FE2467FB6F6}"/>
          </ac:cxnSpMkLst>
        </pc:cxnChg>
        <pc:cxnChg chg="mod">
          <ac:chgData name="Sterling Baird" userId="1357d663-a106-4039-a40d-6f81e26aaf4b" providerId="ADAL" clId="{735F2C14-54F5-481E-BAD5-87514A27FEF5}" dt="2026-06-24T13:36:41.599" v="223" actId="1035"/>
          <ac:cxnSpMkLst>
            <pc:docMk/>
            <pc:sldMk cId="2805867118" sldId="7119"/>
            <ac:cxnSpMk id="68" creationId="{56D2975F-8D99-7D0F-6666-0DF3D0738357}"/>
          </ac:cxnSpMkLst>
        </pc:cxnChg>
        <pc:cxnChg chg="mod">
          <ac:chgData name="Sterling Baird" userId="1357d663-a106-4039-a40d-6f81e26aaf4b" providerId="ADAL" clId="{735F2C14-54F5-481E-BAD5-87514A27FEF5}" dt="2026-06-24T13:36:41.599" v="223" actId="1035"/>
          <ac:cxnSpMkLst>
            <pc:docMk/>
            <pc:sldMk cId="2805867118" sldId="7119"/>
            <ac:cxnSpMk id="71" creationId="{A7F1F866-2A52-CBCC-1BF9-405184288603}"/>
          </ac:cxnSpMkLst>
        </pc:cxnChg>
      </pc:sldChg>
      <pc:sldChg chg="modTransition">
        <pc:chgData name="Sterling Baird" userId="1357d663-a106-4039-a40d-6f81e26aaf4b" providerId="ADAL" clId="{735F2C14-54F5-481E-BAD5-87514A27FEF5}" dt="2026-06-24T13:29:14.711" v="0"/>
        <pc:sldMkLst>
          <pc:docMk/>
          <pc:sldMk cId="1818836639" sldId="7120"/>
        </pc:sldMkLst>
      </pc:sldChg>
      <pc:sldChg chg="new del">
        <pc:chgData name="Sterling Baird" userId="1357d663-a106-4039-a40d-6f81e26aaf4b" providerId="ADAL" clId="{735F2C14-54F5-481E-BAD5-87514A27FEF5}" dt="2026-06-24T13:44:01.515" v="419" actId="47"/>
        <pc:sldMkLst>
          <pc:docMk/>
          <pc:sldMk cId="554109061" sldId="7121"/>
        </pc:sldMkLst>
      </pc:sldChg>
      <pc:sldChg chg="new del">
        <pc:chgData name="Sterling Baird" userId="1357d663-a106-4039-a40d-6f81e26aaf4b" providerId="ADAL" clId="{735F2C14-54F5-481E-BAD5-87514A27FEF5}" dt="2026-06-24T13:43:52.761" v="417" actId="47"/>
        <pc:sldMkLst>
          <pc:docMk/>
          <pc:sldMk cId="2001325191" sldId="7122"/>
        </pc:sldMkLst>
      </pc:sldChg>
      <pc:sldChg chg="new del">
        <pc:chgData name="Sterling Baird" userId="1357d663-a106-4039-a40d-6f81e26aaf4b" providerId="ADAL" clId="{735F2C14-54F5-481E-BAD5-87514A27FEF5}" dt="2026-06-24T13:43:29.436" v="415" actId="47"/>
        <pc:sldMkLst>
          <pc:docMk/>
          <pc:sldMk cId="266792208" sldId="7123"/>
        </pc:sldMkLst>
      </pc:sldChg>
      <pc:sldChg chg="add mod modShow">
        <pc:chgData name="Sterling Baird" userId="1357d663-a106-4039-a40d-6f81e26aaf4b" providerId="ADAL" clId="{735F2C14-54F5-481E-BAD5-87514A27FEF5}" dt="2026-06-24T13:43:31.320" v="416" actId="34476"/>
        <pc:sldMkLst>
          <pc:docMk/>
          <pc:sldMk cId="1633956864" sldId="7124"/>
        </pc:sldMkLst>
      </pc:sldChg>
      <pc:sldChg chg="addSp modSp new mod">
        <pc:chgData name="Sterling Baird" userId="1357d663-a106-4039-a40d-6f81e26aaf4b" providerId="ADAL" clId="{735F2C14-54F5-481E-BAD5-87514A27FEF5}" dt="2026-06-24T14:21:24.670" v="931" actId="20577"/>
        <pc:sldMkLst>
          <pc:docMk/>
          <pc:sldMk cId="1450443868" sldId="7125"/>
        </pc:sldMkLst>
        <pc:spChg chg="mod">
          <ac:chgData name="Sterling Baird" userId="1357d663-a106-4039-a40d-6f81e26aaf4b" providerId="ADAL" clId="{735F2C14-54F5-481E-BAD5-87514A27FEF5}" dt="2026-06-24T14:21:24.670" v="931" actId="20577"/>
          <ac:spMkLst>
            <pc:docMk/>
            <pc:sldMk cId="1450443868" sldId="7125"/>
            <ac:spMk id="2" creationId="{4D099C33-DEF5-F746-8A54-2A03FCE86B09}"/>
          </ac:spMkLst>
        </pc:spChg>
        <pc:spChg chg="add">
          <ac:chgData name="Sterling Baird" userId="1357d663-a106-4039-a40d-6f81e26aaf4b" providerId="ADAL" clId="{735F2C14-54F5-481E-BAD5-87514A27FEF5}" dt="2026-06-24T13:46:11.928" v="546" actId="22"/>
          <ac:spMkLst>
            <pc:docMk/>
            <pc:sldMk cId="1450443868" sldId="7125"/>
            <ac:spMk id="6" creationId="{161A112B-7C51-1BA1-D618-8032E1403DF5}"/>
          </ac:spMkLst>
        </pc:spChg>
        <pc:picChg chg="add mod">
          <ac:chgData name="Sterling Baird" userId="1357d663-a106-4039-a40d-6f81e26aaf4b" providerId="ADAL" clId="{735F2C14-54F5-481E-BAD5-87514A27FEF5}" dt="2026-06-24T13:45:46.109" v="545" actId="1076"/>
          <ac:picMkLst>
            <pc:docMk/>
            <pc:sldMk cId="1450443868" sldId="7125"/>
            <ac:picMk id="4" creationId="{2F7D6011-3880-16BD-E3E3-C2C1ABDDA630}"/>
          </ac:picMkLst>
        </pc:picChg>
      </pc:sldChg>
      <pc:sldChg chg="delSp new mod chgLayout">
        <pc:chgData name="Sterling Baird" userId="1357d663-a106-4039-a40d-6f81e26aaf4b" providerId="ADAL" clId="{735F2C14-54F5-481E-BAD5-87514A27FEF5}" dt="2026-06-24T13:48:06.167" v="548" actId="700"/>
        <pc:sldMkLst>
          <pc:docMk/>
          <pc:sldMk cId="3308778072" sldId="7126"/>
        </pc:sldMkLst>
        <pc:spChg chg="del">
          <ac:chgData name="Sterling Baird" userId="1357d663-a106-4039-a40d-6f81e26aaf4b" providerId="ADAL" clId="{735F2C14-54F5-481E-BAD5-87514A27FEF5}" dt="2026-06-24T13:48:06.167" v="548" actId="700"/>
          <ac:spMkLst>
            <pc:docMk/>
            <pc:sldMk cId="3308778072" sldId="7126"/>
            <ac:spMk id="2" creationId="{62953007-2C9A-5657-C5FA-85FAA2CBDED6}"/>
          </ac:spMkLst>
        </pc:spChg>
      </pc:sldChg>
      <pc:sldChg chg="add">
        <pc:chgData name="Sterling Baird" userId="1357d663-a106-4039-a40d-6f81e26aaf4b" providerId="ADAL" clId="{735F2C14-54F5-481E-BAD5-87514A27FEF5}" dt="2026-06-24T14:08:00.330" v="747"/>
        <pc:sldMkLst>
          <pc:docMk/>
          <pc:sldMk cId="369737950" sldId="7127"/>
        </pc:sldMkLst>
      </pc:sldChg>
      <pc:sldChg chg="new del">
        <pc:chgData name="Sterling Baird" userId="1357d663-a106-4039-a40d-6f81e26aaf4b" providerId="ADAL" clId="{735F2C14-54F5-481E-BAD5-87514A27FEF5}" dt="2026-06-24T14:07:09.938" v="695" actId="47"/>
        <pc:sldMkLst>
          <pc:docMk/>
          <pc:sldMk cId="1926865916" sldId="7127"/>
        </pc:sldMkLst>
      </pc:sldChg>
      <pc:sldChg chg="new del">
        <pc:chgData name="Sterling Baird" userId="1357d663-a106-4039-a40d-6f81e26aaf4b" providerId="ADAL" clId="{735F2C14-54F5-481E-BAD5-87514A27FEF5}" dt="2026-06-24T13:51:54.729" v="692" actId="47"/>
        <pc:sldMkLst>
          <pc:docMk/>
          <pc:sldMk cId="2109340955" sldId="7127"/>
        </pc:sldMkLst>
      </pc:sldChg>
      <pc:sldChg chg="new del">
        <pc:chgData name="Sterling Baird" userId="1357d663-a106-4039-a40d-6f81e26aaf4b" providerId="ADAL" clId="{735F2C14-54F5-481E-BAD5-87514A27FEF5}" dt="2026-06-24T13:51:23.955" v="688" actId="47"/>
        <pc:sldMkLst>
          <pc:docMk/>
          <pc:sldMk cId="4023702566" sldId="7127"/>
        </pc:sldMkLst>
      </pc:sldChg>
      <pc:sldChg chg="addSp modSp new mod chgLayout">
        <pc:chgData name="Sterling Baird" userId="1357d663-a106-4039-a40d-6f81e26aaf4b" providerId="ADAL" clId="{735F2C14-54F5-481E-BAD5-87514A27FEF5}" dt="2026-06-24T14:10:05.657" v="905" actId="20577"/>
        <pc:sldMkLst>
          <pc:docMk/>
          <pc:sldMk cId="709885847" sldId="7128"/>
        </pc:sldMkLst>
        <pc:spChg chg="add mod">
          <ac:chgData name="Sterling Baird" userId="1357d663-a106-4039-a40d-6f81e26aaf4b" providerId="ADAL" clId="{735F2C14-54F5-481E-BAD5-87514A27FEF5}" dt="2026-06-24T14:10:05.657" v="905" actId="20577"/>
          <ac:spMkLst>
            <pc:docMk/>
            <pc:sldMk cId="709885847" sldId="7128"/>
            <ac:spMk id="2" creationId="{5C0CCAA4-52F0-6844-90D7-D55509730E7B}"/>
          </ac:spMkLst>
        </pc:spChg>
      </pc:sldChg>
      <pc:sldChg chg="add del">
        <pc:chgData name="Sterling Baird" userId="1357d663-a106-4039-a40d-6f81e26aaf4b" providerId="ADAL" clId="{735F2C14-54F5-481E-BAD5-87514A27FEF5}" dt="2026-06-24T14:07:57.747" v="746" actId="47"/>
        <pc:sldMkLst>
          <pc:docMk/>
          <pc:sldMk cId="1813081872" sldId="7128"/>
        </pc:sldMkLst>
      </pc:sldChg>
      <pc:sldMasterChg chg="modSp mod modSldLayout">
        <pc:chgData name="Sterling Baird" userId="1357d663-a106-4039-a40d-6f81e26aaf4b" providerId="ADAL" clId="{735F2C14-54F5-481E-BAD5-87514A27FEF5}" dt="2026-06-24T14:24:42.760" v="1059" actId="20577"/>
        <pc:sldMasterMkLst>
          <pc:docMk/>
          <pc:sldMasterMk cId="2291614398" sldId="2147483660"/>
        </pc:sldMasterMkLst>
        <pc:spChg chg="mod">
          <ac:chgData name="Sterling Baird" userId="1357d663-a106-4039-a40d-6f81e26aaf4b" providerId="ADAL" clId="{735F2C14-54F5-481E-BAD5-87514A27FEF5}" dt="2026-06-24T14:24:42.760" v="1059" actId="20577"/>
          <ac:spMkLst>
            <pc:docMk/>
            <pc:sldMasterMk cId="2291614398" sldId="2147483660"/>
            <ac:spMk id="7" creationId="{A4B39215-C2C8-07F3-B45C-B365654D7D41}"/>
          </ac:spMkLst>
        </pc:spChg>
        <pc:sldLayoutChg chg="modSp mod">
          <pc:chgData name="Sterling Baird" userId="1357d663-a106-4039-a40d-6f81e26aaf4b" providerId="ADAL" clId="{735F2C14-54F5-481E-BAD5-87514A27FEF5}" dt="2026-06-24T14:23:28.701" v="975" actId="1036"/>
          <pc:sldLayoutMkLst>
            <pc:docMk/>
            <pc:sldMasterMk cId="2291614398" sldId="2147483660"/>
            <pc:sldLayoutMk cId="3175942155" sldId="2147483661"/>
          </pc:sldLayoutMkLst>
          <pc:spChg chg="mod">
            <ac:chgData name="Sterling Baird" userId="1357d663-a106-4039-a40d-6f81e26aaf4b" providerId="ADAL" clId="{735F2C14-54F5-481E-BAD5-87514A27FEF5}" dt="2026-06-24T14:23:28.701" v="975" actId="1036"/>
            <ac:spMkLst>
              <pc:docMk/>
              <pc:sldMasterMk cId="2291614398" sldId="2147483660"/>
              <pc:sldLayoutMk cId="3175942155" sldId="2147483661"/>
              <ac:spMk id="21" creationId="{BD9820D7-ABD3-C4B8-4D0B-3E0482A1D432}"/>
            </ac:spMkLst>
          </pc:spChg>
          <pc:grpChg chg="mod">
            <ac:chgData name="Sterling Baird" userId="1357d663-a106-4039-a40d-6f81e26aaf4b" providerId="ADAL" clId="{735F2C14-54F5-481E-BAD5-87514A27FEF5}" dt="2026-06-24T14:23:28.701" v="975" actId="1036"/>
            <ac:grpSpMkLst>
              <pc:docMk/>
              <pc:sldMasterMk cId="2291614398" sldId="2147483660"/>
              <pc:sldLayoutMk cId="3175942155" sldId="2147483661"/>
              <ac:grpSpMk id="8" creationId="{375EF57F-E591-90D4-2C14-1C5E9AE6B18A}"/>
            </ac:grpSpMkLst>
          </pc:grpChg>
          <pc:grpChg chg="mod">
            <ac:chgData name="Sterling Baird" userId="1357d663-a106-4039-a40d-6f81e26aaf4b" providerId="ADAL" clId="{735F2C14-54F5-481E-BAD5-87514A27FEF5}" dt="2026-06-24T14:23:28.701" v="975" actId="1036"/>
            <ac:grpSpMkLst>
              <pc:docMk/>
              <pc:sldMasterMk cId="2291614398" sldId="2147483660"/>
              <pc:sldLayoutMk cId="3175942155" sldId="2147483661"/>
              <ac:grpSpMk id="25" creationId="{83C36B8C-129E-58C6-AB18-54AB7894F04A}"/>
            </ac:grpSpMkLst>
          </pc:gr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7F5DD-9CB2-4DA2-8D45-A2059407286C}"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55997-7884-4691-9FFB-5350EC6004A9}" type="slidenum">
              <a:rPr lang="en-US" smtClean="0"/>
              <a:t>‹#›</a:t>
            </a:fld>
            <a:endParaRPr lang="en-US"/>
          </a:p>
        </p:txBody>
      </p:sp>
    </p:spTree>
    <p:extLst>
      <p:ext uri="{BB962C8B-B14F-4D97-AF65-F5344CB8AC3E}">
        <p14:creationId xmlns:p14="http://schemas.microsoft.com/office/powerpoint/2010/main" val="3728477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 primarily because we are almost always in a very low data regime with high-dimensional search spaces. You'll get a funny look or a curt remark from a reviewer if you try to train a neural network on a few dozen points. These tend to overfit and have poor uncertainty quantification. Bayesian optimization, on the other hand, is incredibly good at quantifying uncertainty and balancing exploration of new designs with fine-tuning existing ones.</a:t>
            </a:r>
          </a:p>
        </p:txBody>
      </p:sp>
    </p:spTree>
    <p:extLst>
      <p:ext uri="{BB962C8B-B14F-4D97-AF65-F5344CB8AC3E}">
        <p14:creationId xmlns:p14="http://schemas.microsoft.com/office/powerpoint/2010/main" val="4114992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BBD7-1433-42DD-EEC8-F13F1ECB5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D172A-2707-67E9-2F19-9B52899A3A1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C2DA407-8EEF-32A3-9F01-FA383B1452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F9C606-941C-5A92-EE3C-AB35BE43AC6A}"/>
              </a:ext>
            </a:extLst>
          </p:cNvPr>
          <p:cNvSpPr>
            <a:spLocks noGrp="1"/>
          </p:cNvSpPr>
          <p:nvPr>
            <p:ph type="sldNum" sz="quarter" idx="5"/>
          </p:nvPr>
        </p:nvSpPr>
        <p:spPr/>
        <p:txBody>
          <a:bodyPr/>
          <a:lstStyle/>
          <a:p>
            <a:fld id="{20B8E613-6EB0-43E5-9502-7642561283AE}" type="slidenum">
              <a:rPr lang="en-US" smtClean="0"/>
              <a:t>23</a:t>
            </a:fld>
            <a:endParaRPr lang="en-US"/>
          </a:p>
        </p:txBody>
      </p:sp>
    </p:spTree>
    <p:extLst>
      <p:ext uri="{BB962C8B-B14F-4D97-AF65-F5344CB8AC3E}">
        <p14:creationId xmlns:p14="http://schemas.microsoft.com/office/powerpoint/2010/main" val="1367324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01CC-8178-13DE-657E-33F7D9B50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20ECB-AE02-D378-80A1-72C95A8953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FF9B563-7A95-8902-C089-1E4EDADE7832}"/>
              </a:ext>
            </a:extLst>
          </p:cNvPr>
          <p:cNvSpPr>
            <a:spLocks noGrp="1"/>
          </p:cNvSpPr>
          <p:nvPr>
            <p:ph type="body" idx="1"/>
          </p:nvPr>
        </p:nvSpPr>
        <p:spPr/>
        <p:txBody>
          <a:bodyPr/>
          <a:lstStyle/>
          <a:p>
            <a:r>
              <a:rPr lang="en-US"/>
              <a:t>Wave my magic wand to rearrange the text</a:t>
            </a:r>
          </a:p>
        </p:txBody>
      </p:sp>
      <p:sp>
        <p:nvSpPr>
          <p:cNvPr id="4" name="Slide Number Placeholder 3">
            <a:extLst>
              <a:ext uri="{FF2B5EF4-FFF2-40B4-BE49-F238E27FC236}">
                <a16:creationId xmlns:a16="http://schemas.microsoft.com/office/drawing/2014/main" id="{010A869B-09C0-BEF7-E997-AA1AE1CE19F1}"/>
              </a:ext>
            </a:extLst>
          </p:cNvPr>
          <p:cNvSpPr>
            <a:spLocks noGrp="1"/>
          </p:cNvSpPr>
          <p:nvPr>
            <p:ph type="sldNum" sz="quarter" idx="5"/>
          </p:nvPr>
        </p:nvSpPr>
        <p:spPr/>
        <p:txBody>
          <a:bodyPr/>
          <a:lstStyle/>
          <a:p>
            <a:fld id="{20B8E613-6EB0-43E5-9502-7642561283AE}" type="slidenum">
              <a:rPr lang="en-US" smtClean="0"/>
              <a:t>24</a:t>
            </a:fld>
            <a:endParaRPr lang="en-US"/>
          </a:p>
        </p:txBody>
      </p:sp>
    </p:spTree>
    <p:extLst>
      <p:ext uri="{BB962C8B-B14F-4D97-AF65-F5344CB8AC3E}">
        <p14:creationId xmlns:p14="http://schemas.microsoft.com/office/powerpoint/2010/main" val="195722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E6E9-ABF5-A326-ACA1-CE5CDD24E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3E20F-D3EC-F99E-D5E4-95E5D345D50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B7608D-1489-9019-4BE6-4A96643F85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87A911-6209-9BD8-117C-2C236C440BA9}"/>
              </a:ext>
            </a:extLst>
          </p:cNvPr>
          <p:cNvSpPr>
            <a:spLocks noGrp="1"/>
          </p:cNvSpPr>
          <p:nvPr>
            <p:ph type="sldNum" sz="quarter" idx="5"/>
          </p:nvPr>
        </p:nvSpPr>
        <p:spPr/>
        <p:txBody>
          <a:bodyPr/>
          <a:lstStyle/>
          <a:p>
            <a:fld id="{20B8E613-6EB0-43E5-9502-7642561283AE}" type="slidenum">
              <a:rPr lang="en-US" smtClean="0"/>
              <a:t>25</a:t>
            </a:fld>
            <a:endParaRPr lang="en-US"/>
          </a:p>
        </p:txBody>
      </p:sp>
    </p:spTree>
    <p:extLst>
      <p:ext uri="{BB962C8B-B14F-4D97-AF65-F5344CB8AC3E}">
        <p14:creationId xmlns:p14="http://schemas.microsoft.com/office/powerpoint/2010/main" val="4210702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A30E-D413-BA5A-9E79-94883EECB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BA906-8F1B-B5B6-B287-58A406C28DA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A08F01-3175-DA4E-E7E6-8361D86ED6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99F52-F844-C467-E26F-FF1893ACCE4C}"/>
              </a:ext>
            </a:extLst>
          </p:cNvPr>
          <p:cNvSpPr>
            <a:spLocks noGrp="1"/>
          </p:cNvSpPr>
          <p:nvPr>
            <p:ph type="sldNum" sz="quarter" idx="5"/>
          </p:nvPr>
        </p:nvSpPr>
        <p:spPr/>
        <p:txBody>
          <a:bodyPr/>
          <a:lstStyle/>
          <a:p>
            <a:fld id="{20B8E613-6EB0-43E5-9502-7642561283AE}" type="slidenum">
              <a:rPr lang="en-US" smtClean="0"/>
              <a:t>26</a:t>
            </a:fld>
            <a:endParaRPr lang="en-US"/>
          </a:p>
        </p:txBody>
      </p:sp>
    </p:spTree>
    <p:extLst>
      <p:ext uri="{BB962C8B-B14F-4D97-AF65-F5344CB8AC3E}">
        <p14:creationId xmlns:p14="http://schemas.microsoft.com/office/powerpoint/2010/main" val="2178902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ADB9-7235-EE30-5B4E-A9CEEA1FC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FF7BC-9696-EA59-3587-61FA359473C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8AED2B-E053-329F-020F-DC1EAE3B73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74CCDF-64CE-461E-413E-C58BEEAC5101}"/>
              </a:ext>
            </a:extLst>
          </p:cNvPr>
          <p:cNvSpPr>
            <a:spLocks noGrp="1"/>
          </p:cNvSpPr>
          <p:nvPr>
            <p:ph type="sldNum" sz="quarter" idx="5"/>
          </p:nvPr>
        </p:nvSpPr>
        <p:spPr/>
        <p:txBody>
          <a:bodyPr/>
          <a:lstStyle/>
          <a:p>
            <a:fld id="{20B8E613-6EB0-43E5-9502-7642561283AE}" type="slidenum">
              <a:rPr lang="en-US" smtClean="0"/>
              <a:t>27</a:t>
            </a:fld>
            <a:endParaRPr lang="en-US"/>
          </a:p>
        </p:txBody>
      </p:sp>
    </p:spTree>
    <p:extLst>
      <p:ext uri="{BB962C8B-B14F-4D97-AF65-F5344CB8AC3E}">
        <p14:creationId xmlns:p14="http://schemas.microsoft.com/office/powerpoint/2010/main" val="1248255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419E-90EE-3C83-F23D-505880CC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19258-16C5-0127-B16D-F9F617A7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231A5-C34C-F164-C646-4B5AAC867670}"/>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850624B-B738-CF41-A3F2-58E37202AC34}"/>
              </a:ext>
            </a:extLst>
          </p:cNvPr>
          <p:cNvSpPr>
            <a:spLocks noGrp="1"/>
          </p:cNvSpPr>
          <p:nvPr>
            <p:ph type="sldNum" sz="quarter" idx="5"/>
          </p:nvPr>
        </p:nvSpPr>
        <p:spPr/>
        <p:txBody>
          <a:bodyPr/>
          <a:lstStyle/>
          <a:p>
            <a:fld id="{39D78946-74E4-48DD-BAA3-F5D0512AC9D6}" type="slidenum">
              <a:rPr lang="en-CA" smtClean="0"/>
              <a:t>28</a:t>
            </a:fld>
            <a:endParaRPr lang="en-CA"/>
          </a:p>
        </p:txBody>
      </p:sp>
    </p:spTree>
    <p:extLst>
      <p:ext uri="{BB962C8B-B14F-4D97-AF65-F5344CB8AC3E}">
        <p14:creationId xmlns:p14="http://schemas.microsoft.com/office/powerpoint/2010/main" val="891486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1" name="Subtitle 2">
            <a:extLst>
              <a:ext uri="{FF2B5EF4-FFF2-40B4-BE49-F238E27FC236}">
                <a16:creationId xmlns:a16="http://schemas.microsoft.com/office/drawing/2014/main" id="{BD9820D7-ABD3-C4B8-4D0B-3E0482A1D432}"/>
              </a:ext>
            </a:extLst>
          </p:cNvPr>
          <p:cNvSpPr txBox="1">
            <a:spLocks/>
          </p:cNvSpPr>
          <p:nvPr userDrawn="1"/>
        </p:nvSpPr>
        <p:spPr>
          <a:xfrm>
            <a:off x="7333335" y="1411980"/>
            <a:ext cx="4338572" cy="4585726"/>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CA" sz="2000" dirty="0"/>
              <a:t>Marcus Madsen</a:t>
            </a:r>
            <a:br>
              <a:rPr lang="en-CA" sz="2000" dirty="0"/>
            </a:br>
            <a:r>
              <a:rPr lang="en-CA" sz="2000" dirty="0"/>
              <a:t>Research Assistant</a:t>
            </a:r>
          </a:p>
          <a:p>
            <a:pPr algn="ctr"/>
            <a:endParaRPr lang="en-CA" sz="2000" dirty="0"/>
          </a:p>
          <a:p>
            <a:pPr algn="ctr"/>
            <a:endParaRPr lang="en-CA" sz="2000" dirty="0"/>
          </a:p>
          <a:p>
            <a:pPr algn="ctr"/>
            <a:endParaRPr lang="en-CA" sz="2000" dirty="0"/>
          </a:p>
          <a:p>
            <a:pPr algn="ctr"/>
            <a:endParaRPr lang="en-CA" sz="2000" dirty="0"/>
          </a:p>
          <a:p>
            <a:pPr algn="ctr"/>
            <a:r>
              <a:rPr lang="en-CA" sz="2000" dirty="0"/>
              <a:t>ASME IDETC-CIE 2026</a:t>
            </a:r>
            <a:br>
              <a:rPr lang="en-CA" sz="2000" dirty="0"/>
            </a:br>
            <a:r>
              <a:rPr lang="en-CA" sz="2000" dirty="0">
                <a:solidFill>
                  <a:schemeClr val="bg1">
                    <a:lumMod val="50000"/>
                  </a:schemeClr>
                </a:solidFill>
              </a:rPr>
              <a:t>August 2026</a:t>
            </a:r>
          </a:p>
        </p:txBody>
      </p:sp>
      <p:grpSp>
        <p:nvGrpSpPr>
          <p:cNvPr id="25" name="Group 24">
            <a:extLst>
              <a:ext uri="{FF2B5EF4-FFF2-40B4-BE49-F238E27FC236}">
                <a16:creationId xmlns:a16="http://schemas.microsoft.com/office/drawing/2014/main" id="{83C36B8C-129E-58C6-AB18-54AB7894F04A}"/>
              </a:ext>
            </a:extLst>
          </p:cNvPr>
          <p:cNvGrpSpPr/>
          <p:nvPr userDrawn="1"/>
        </p:nvGrpSpPr>
        <p:grpSpPr>
          <a:xfrm>
            <a:off x="7621463" y="3064776"/>
            <a:ext cx="4259581" cy="1208472"/>
            <a:chOff x="7170419" y="3169919"/>
            <a:chExt cx="4931343" cy="1399055"/>
          </a:xfrm>
        </p:grpSpPr>
        <p:pic>
          <p:nvPicPr>
            <p:cNvPr id="6" name="Picture 5">
              <a:extLst>
                <a:ext uri="{FF2B5EF4-FFF2-40B4-BE49-F238E27FC236}">
                  <a16:creationId xmlns:a16="http://schemas.microsoft.com/office/drawing/2014/main" id="{264BD49A-BA37-5F68-37E2-1717E524D917}"/>
                </a:ext>
              </a:extLst>
            </p:cNvPr>
            <p:cNvPicPr>
              <a:picLocks noChangeAspect="1"/>
            </p:cNvPicPr>
            <p:nvPr userDrawn="1"/>
          </p:nvPicPr>
          <p:blipFill>
            <a:blip r:embed="rId2"/>
            <a:stretch>
              <a:fillRect/>
            </a:stretch>
          </p:blipFill>
          <p:spPr>
            <a:xfrm>
              <a:off x="9821567" y="3338231"/>
              <a:ext cx="2280195" cy="1149949"/>
            </a:xfrm>
            <a:prstGeom prst="rect">
              <a:avLst/>
            </a:prstGeom>
          </p:spPr>
        </p:pic>
        <p:pic>
          <p:nvPicPr>
            <p:cNvPr id="3" name="Picture 2">
              <a:extLst>
                <a:ext uri="{FF2B5EF4-FFF2-40B4-BE49-F238E27FC236}">
                  <a16:creationId xmlns:a16="http://schemas.microsoft.com/office/drawing/2014/main" id="{8E4242CC-2F35-E017-22C2-0D1ABD944A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0419" y="3572466"/>
              <a:ext cx="2355207" cy="638794"/>
            </a:xfrm>
            <a:prstGeom prst="rect">
              <a:avLst/>
            </a:prstGeom>
          </p:spPr>
        </p:pic>
        <p:cxnSp>
          <p:nvCxnSpPr>
            <p:cNvPr id="4" name="Straight Connector 3">
              <a:extLst>
                <a:ext uri="{FF2B5EF4-FFF2-40B4-BE49-F238E27FC236}">
                  <a16:creationId xmlns:a16="http://schemas.microsoft.com/office/drawing/2014/main" id="{77D435FB-1D25-9F38-6120-2DDEA4A566CF}"/>
                </a:ext>
              </a:extLst>
            </p:cNvPr>
            <p:cNvCxnSpPr>
              <a:cxnSpLocks/>
            </p:cNvCxnSpPr>
            <p:nvPr userDrawn="1"/>
          </p:nvCxnSpPr>
          <p:spPr>
            <a:xfrm>
              <a:off x="9707212" y="3169919"/>
              <a:ext cx="0" cy="139905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375EF57F-E591-90D4-2C14-1C5E9AE6B18A}"/>
              </a:ext>
            </a:extLst>
          </p:cNvPr>
          <p:cNvGrpSpPr/>
          <p:nvPr userDrawn="1"/>
        </p:nvGrpSpPr>
        <p:grpSpPr>
          <a:xfrm>
            <a:off x="758204" y="2405177"/>
            <a:ext cx="6145276" cy="2627848"/>
            <a:chOff x="2123004" y="1745825"/>
            <a:chExt cx="9495180" cy="4060334"/>
          </a:xfrm>
        </p:grpSpPr>
        <p:sp>
          <p:nvSpPr>
            <p:cNvPr id="9" name="Rectangle 8">
              <a:extLst>
                <a:ext uri="{FF2B5EF4-FFF2-40B4-BE49-F238E27FC236}">
                  <a16:creationId xmlns:a16="http://schemas.microsoft.com/office/drawing/2014/main" id="{9B20C69B-F542-5D05-E37E-53DFE489BC4B}"/>
                </a:ext>
              </a:extLst>
            </p:cNvPr>
            <p:cNvSpPr/>
            <p:nvPr/>
          </p:nvSpPr>
          <p:spPr>
            <a:xfrm>
              <a:off x="5843661" y="5158345"/>
              <a:ext cx="3324153" cy="647814"/>
            </a:xfrm>
            <a:prstGeom prst="rect">
              <a:avLst/>
            </a:prstGeom>
            <a:noFill/>
          </p:spPr>
          <p:txBody>
            <a:bodyPr wrap="none" lIns="110411" tIns="55205" rIns="110411" bIns="55205">
              <a:spAutoFit/>
            </a:bodyPr>
            <a:lstStyle/>
            <a:p>
              <a:pPr algn="l"/>
              <a:r>
                <a:rPr lang="en-US" sz="2000" b="0">
                  <a:ln w="0"/>
                  <a:effectLst/>
                  <a:latin typeface="+mn-lt"/>
                </a:rPr>
                <a:t>Test </a:t>
              </a:r>
              <a:r>
                <a:rPr lang="en-US" sz="2000" b="0">
                  <a:ln w="0"/>
                  <a:solidFill>
                    <a:schemeClr val="bg1">
                      <a:lumMod val="50000"/>
                    </a:schemeClr>
                  </a:solidFill>
                  <a:effectLst/>
                  <a:latin typeface="+mn-lt"/>
                </a:rPr>
                <a:t>performance</a:t>
              </a:r>
            </a:p>
          </p:txBody>
        </p:sp>
        <p:sp>
          <p:nvSpPr>
            <p:cNvPr id="10" name="Rectangle 9">
              <a:extLst>
                <a:ext uri="{FF2B5EF4-FFF2-40B4-BE49-F238E27FC236}">
                  <a16:creationId xmlns:a16="http://schemas.microsoft.com/office/drawing/2014/main" id="{2C8CF8C6-F02E-FC14-E362-1565B2020D5C}"/>
                </a:ext>
              </a:extLst>
            </p:cNvPr>
            <p:cNvSpPr/>
            <p:nvPr/>
          </p:nvSpPr>
          <p:spPr>
            <a:xfrm>
              <a:off x="5882599" y="1745825"/>
              <a:ext cx="3959610" cy="647814"/>
            </a:xfrm>
            <a:prstGeom prst="rect">
              <a:avLst/>
            </a:prstGeom>
            <a:noFill/>
          </p:spPr>
          <p:txBody>
            <a:bodyPr wrap="none" lIns="110411" tIns="55205" rIns="110411" bIns="55205">
              <a:spAutoFit/>
            </a:bodyPr>
            <a:lstStyle/>
            <a:p>
              <a:pPr algn="l"/>
              <a:r>
                <a:rPr lang="en-US" sz="2000" b="0">
                  <a:ln w="0"/>
                  <a:effectLst/>
                  <a:latin typeface="+mn-lt"/>
                </a:rPr>
                <a:t>Design </a:t>
              </a:r>
              <a:r>
                <a:rPr lang="en-US" sz="2000" b="0">
                  <a:ln w="0"/>
                  <a:solidFill>
                    <a:schemeClr val="bg1">
                      <a:lumMod val="50000"/>
                    </a:schemeClr>
                  </a:solidFill>
                  <a:effectLst/>
                  <a:latin typeface="+mn-lt"/>
                </a:rPr>
                <a:t>experiment(s)</a:t>
              </a:r>
            </a:p>
          </p:txBody>
        </p:sp>
        <p:sp>
          <p:nvSpPr>
            <p:cNvPr id="11" name="Rectangle 10">
              <a:extLst>
                <a:ext uri="{FF2B5EF4-FFF2-40B4-BE49-F238E27FC236}">
                  <a16:creationId xmlns:a16="http://schemas.microsoft.com/office/drawing/2014/main" id="{E2E99B28-1C5A-8CA8-BD8B-D04340053508}"/>
                </a:ext>
              </a:extLst>
            </p:cNvPr>
            <p:cNvSpPr/>
            <p:nvPr/>
          </p:nvSpPr>
          <p:spPr>
            <a:xfrm>
              <a:off x="8430354" y="3374693"/>
              <a:ext cx="3187830" cy="647814"/>
            </a:xfrm>
            <a:prstGeom prst="rect">
              <a:avLst/>
            </a:prstGeom>
            <a:noFill/>
          </p:spPr>
          <p:txBody>
            <a:bodyPr wrap="none" lIns="110411" tIns="55205" rIns="110411" bIns="55205">
              <a:spAutoFit/>
            </a:bodyPr>
            <a:lstStyle/>
            <a:p>
              <a:pPr algn="l"/>
              <a:r>
                <a:rPr lang="en-US" sz="2000" b="0">
                  <a:ln w="0"/>
                  <a:effectLst/>
                  <a:latin typeface="+mn-lt"/>
                </a:rPr>
                <a:t>Make </a:t>
              </a:r>
              <a:r>
                <a:rPr lang="en-US" sz="2000" b="0">
                  <a:ln w="0"/>
                  <a:solidFill>
                    <a:schemeClr val="bg1">
                      <a:lumMod val="50000"/>
                    </a:schemeClr>
                  </a:solidFill>
                  <a:effectLst/>
                  <a:latin typeface="+mn-lt"/>
                </a:rPr>
                <a:t>material(s)</a:t>
              </a:r>
            </a:p>
          </p:txBody>
        </p:sp>
        <p:sp>
          <p:nvSpPr>
            <p:cNvPr id="12" name="Oval 11">
              <a:extLst>
                <a:ext uri="{FF2B5EF4-FFF2-40B4-BE49-F238E27FC236}">
                  <a16:creationId xmlns:a16="http://schemas.microsoft.com/office/drawing/2014/main" id="{0FF36263-DBEE-19BD-03FF-27B813DB8CE3}"/>
                </a:ext>
              </a:extLst>
            </p:cNvPr>
            <p:cNvSpPr/>
            <p:nvPr/>
          </p:nvSpPr>
          <p:spPr>
            <a:xfrm>
              <a:off x="2945167"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3" name="Oval 12">
              <a:extLst>
                <a:ext uri="{FF2B5EF4-FFF2-40B4-BE49-F238E27FC236}">
                  <a16:creationId xmlns:a16="http://schemas.microsoft.com/office/drawing/2014/main" id="{D1667D82-2248-3632-4693-3912B5F585C0}"/>
                </a:ext>
              </a:extLst>
            </p:cNvPr>
            <p:cNvSpPr/>
            <p:nvPr/>
          </p:nvSpPr>
          <p:spPr>
            <a:xfrm>
              <a:off x="2947072"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4" name="Rectangle 13">
              <a:extLst>
                <a:ext uri="{FF2B5EF4-FFF2-40B4-BE49-F238E27FC236}">
                  <a16:creationId xmlns:a16="http://schemas.microsoft.com/office/drawing/2014/main" id="{EB51676C-1DBE-0185-CE95-C00339B17689}"/>
                </a:ext>
              </a:extLst>
            </p:cNvPr>
            <p:cNvSpPr/>
            <p:nvPr/>
          </p:nvSpPr>
          <p:spPr>
            <a:xfrm>
              <a:off x="2166501" y="1745825"/>
              <a:ext cx="3537161" cy="647814"/>
            </a:xfrm>
            <a:prstGeom prst="rect">
              <a:avLst/>
            </a:prstGeom>
            <a:noFill/>
          </p:spPr>
          <p:txBody>
            <a:bodyPr wrap="none" lIns="110411" tIns="55205" rIns="110411" bIns="55205">
              <a:spAutoFit/>
            </a:bodyPr>
            <a:lstStyle/>
            <a:p>
              <a:pPr algn="ctr"/>
              <a:r>
                <a:rPr lang="en-US" sz="2000" b="0">
                  <a:ln w="0"/>
                  <a:effectLst/>
                  <a:latin typeface="+mn-lt"/>
                </a:rPr>
                <a:t>Initialize </a:t>
              </a:r>
              <a:r>
                <a:rPr lang="en-US" sz="2000" b="0">
                  <a:ln w="0"/>
                  <a:solidFill>
                    <a:schemeClr val="bg1">
                      <a:lumMod val="50000"/>
                    </a:schemeClr>
                  </a:solidFill>
                  <a:effectLst/>
                  <a:latin typeface="+mn-lt"/>
                </a:rPr>
                <a:t>campaign</a:t>
              </a:r>
            </a:p>
          </p:txBody>
        </p:sp>
        <p:sp>
          <p:nvSpPr>
            <p:cNvPr id="15" name="Rectangle 14">
              <a:extLst>
                <a:ext uri="{FF2B5EF4-FFF2-40B4-BE49-F238E27FC236}">
                  <a16:creationId xmlns:a16="http://schemas.microsoft.com/office/drawing/2014/main" id="{A658C391-5EC0-7A27-4B9E-0A0F88CC7994}"/>
                </a:ext>
              </a:extLst>
            </p:cNvPr>
            <p:cNvSpPr/>
            <p:nvPr/>
          </p:nvSpPr>
          <p:spPr>
            <a:xfrm>
              <a:off x="2123004" y="5153498"/>
              <a:ext cx="3792473" cy="647814"/>
            </a:xfrm>
            <a:prstGeom prst="rect">
              <a:avLst/>
            </a:prstGeom>
            <a:noFill/>
          </p:spPr>
          <p:txBody>
            <a:bodyPr wrap="none" lIns="110411" tIns="55205" rIns="110411" bIns="55205">
              <a:spAutoFit/>
            </a:bodyPr>
            <a:lstStyle/>
            <a:p>
              <a:pPr algn="ctr"/>
              <a:r>
                <a:rPr lang="en-US" sz="2000" b="0">
                  <a:ln w="0"/>
                  <a:effectLst/>
                  <a:latin typeface="+mn-lt"/>
                </a:rPr>
                <a:t>Conclude </a:t>
              </a:r>
              <a:r>
                <a:rPr lang="en-US" sz="2000" b="0">
                  <a:ln w="0"/>
                  <a:solidFill>
                    <a:schemeClr val="bg1">
                      <a:lumMod val="50000"/>
                    </a:schemeClr>
                  </a:solidFill>
                  <a:effectLst/>
                  <a:latin typeface="+mn-lt"/>
                </a:rPr>
                <a:t>campaign</a:t>
              </a:r>
            </a:p>
          </p:txBody>
        </p:sp>
        <p:cxnSp>
          <p:nvCxnSpPr>
            <p:cNvPr id="16" name="Straight Arrow Connector 15">
              <a:extLst>
                <a:ext uri="{FF2B5EF4-FFF2-40B4-BE49-F238E27FC236}">
                  <a16:creationId xmlns:a16="http://schemas.microsoft.com/office/drawing/2014/main" id="{9CE78BFF-C47A-3683-0FD2-0BC193D167B2}"/>
                </a:ext>
              </a:extLst>
            </p:cNvPr>
            <p:cNvCxnSpPr>
              <a:cxnSpLocks/>
            </p:cNvCxnSpPr>
            <p:nvPr/>
          </p:nvCxnSpPr>
          <p:spPr>
            <a:xfrm>
              <a:off x="3782871" y="275944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D525D69-11A4-8542-1F63-60A851B04F0C}"/>
                </a:ext>
              </a:extLst>
            </p:cNvPr>
            <p:cNvCxnSpPr>
              <a:cxnSpLocks/>
            </p:cNvCxnSpPr>
            <p:nvPr/>
          </p:nvCxnSpPr>
          <p:spPr>
            <a:xfrm flipH="1">
              <a:off x="3755439" y="469880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C1930567-2459-8F2A-C4EC-BECF997C8234}"/>
                </a:ext>
              </a:extLst>
            </p:cNvPr>
            <p:cNvSpPr/>
            <p:nvPr userDrawn="1"/>
          </p:nvSpPr>
          <p:spPr>
            <a:xfrm>
              <a:off x="6798709" y="2591444"/>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19" name="Freeform: Shape 18">
              <a:extLst>
                <a:ext uri="{FF2B5EF4-FFF2-40B4-BE49-F238E27FC236}">
                  <a16:creationId xmlns:a16="http://schemas.microsoft.com/office/drawing/2014/main" id="{F728446F-9A05-2F6C-C046-176771E4C48E}"/>
                </a:ext>
              </a:extLst>
            </p:cNvPr>
            <p:cNvSpPr/>
            <p:nvPr userDrawn="1"/>
          </p:nvSpPr>
          <p:spPr>
            <a:xfrm rot="7200000">
              <a:off x="6921323" y="4192289"/>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0" name="Freeform: Shape 19">
              <a:extLst>
                <a:ext uri="{FF2B5EF4-FFF2-40B4-BE49-F238E27FC236}">
                  <a16:creationId xmlns:a16="http://schemas.microsoft.com/office/drawing/2014/main" id="{876E7611-A351-CC74-F3E7-1632DC45AD20}"/>
                </a:ext>
              </a:extLst>
            </p:cNvPr>
            <p:cNvSpPr/>
            <p:nvPr userDrawn="1"/>
          </p:nvSpPr>
          <p:spPr>
            <a:xfrm rot="14400000">
              <a:off x="5455840" y="3506052"/>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2" name="Oval 21">
              <a:extLst>
                <a:ext uri="{FF2B5EF4-FFF2-40B4-BE49-F238E27FC236}">
                  <a16:creationId xmlns:a16="http://schemas.microsoft.com/office/drawing/2014/main" id="{3796C49C-52A7-3023-9B34-645ACC8DE764}"/>
                </a:ext>
              </a:extLst>
            </p:cNvPr>
            <p:cNvSpPr/>
            <p:nvPr userDrawn="1"/>
          </p:nvSpPr>
          <p:spPr>
            <a:xfrm>
              <a:off x="6087250"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3" name="Oval 22">
              <a:extLst>
                <a:ext uri="{FF2B5EF4-FFF2-40B4-BE49-F238E27FC236}">
                  <a16:creationId xmlns:a16="http://schemas.microsoft.com/office/drawing/2014/main" id="{5D9DF80F-2CE2-60F9-E158-4340D2A2BDCA}"/>
                </a:ext>
              </a:extLst>
            </p:cNvPr>
            <p:cNvSpPr/>
            <p:nvPr userDrawn="1"/>
          </p:nvSpPr>
          <p:spPr>
            <a:xfrm>
              <a:off x="7778396" y="3383191"/>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4" name="Oval 23">
              <a:extLst>
                <a:ext uri="{FF2B5EF4-FFF2-40B4-BE49-F238E27FC236}">
                  <a16:creationId xmlns:a16="http://schemas.microsoft.com/office/drawing/2014/main" id="{31866248-08B8-C847-0F11-3C9E098245EB}"/>
                </a:ext>
              </a:extLst>
            </p:cNvPr>
            <p:cNvSpPr/>
            <p:nvPr userDrawn="1"/>
          </p:nvSpPr>
          <p:spPr>
            <a:xfrm>
              <a:off x="6121605"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grpSp>
    </p:spTree>
    <p:extLst>
      <p:ext uri="{BB962C8B-B14F-4D97-AF65-F5344CB8AC3E}">
        <p14:creationId xmlns:p14="http://schemas.microsoft.com/office/powerpoint/2010/main" val="317594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4552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pic>
        <p:nvPicPr>
          <p:cNvPr id="4" name="Picture 3">
            <a:extLst>
              <a:ext uri="{FF2B5EF4-FFF2-40B4-BE49-F238E27FC236}">
                <a16:creationId xmlns:a16="http://schemas.microsoft.com/office/drawing/2014/main" id="{F61585C5-64C4-3387-1FCE-0D216BE58D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03697" y="3987879"/>
            <a:ext cx="2147564" cy="2632496"/>
          </a:xfrm>
          <a:prstGeom prst="rect">
            <a:avLst/>
          </a:prstGeom>
        </p:spPr>
      </p:pic>
      <p:pic>
        <p:nvPicPr>
          <p:cNvPr id="6" name="Picture 5">
            <a:extLst>
              <a:ext uri="{FF2B5EF4-FFF2-40B4-BE49-F238E27FC236}">
                <a16:creationId xmlns:a16="http://schemas.microsoft.com/office/drawing/2014/main" id="{87F41BB8-E9FD-55FD-21EB-C261B41A4A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41844" y="1684869"/>
            <a:ext cx="2402959" cy="2255839"/>
          </a:xfrm>
          <a:prstGeom prst="rect">
            <a:avLst/>
          </a:prstGeom>
        </p:spPr>
      </p:pic>
      <p:pic>
        <p:nvPicPr>
          <p:cNvPr id="8" name="Picture 7">
            <a:extLst>
              <a:ext uri="{FF2B5EF4-FFF2-40B4-BE49-F238E27FC236}">
                <a16:creationId xmlns:a16="http://schemas.microsoft.com/office/drawing/2014/main" id="{130370A1-9227-B962-286B-46EC5C58CE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931" y="1739459"/>
            <a:ext cx="1905011" cy="2248420"/>
          </a:xfrm>
          <a:prstGeom prst="rect">
            <a:avLst/>
          </a:prstGeom>
        </p:spPr>
      </p:pic>
      <p:pic>
        <p:nvPicPr>
          <p:cNvPr id="10" name="Picture 9">
            <a:extLst>
              <a:ext uri="{FF2B5EF4-FFF2-40B4-BE49-F238E27FC236}">
                <a16:creationId xmlns:a16="http://schemas.microsoft.com/office/drawing/2014/main" id="{BDC0169E-9D75-29A3-A5E1-5F36F45215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257" y="4136098"/>
            <a:ext cx="2229920" cy="2312949"/>
          </a:xfrm>
          <a:prstGeom prst="rect">
            <a:avLst/>
          </a:prstGeom>
        </p:spPr>
      </p:pic>
    </p:spTree>
    <p:extLst>
      <p:ext uri="{BB962C8B-B14F-4D97-AF65-F5344CB8AC3E}">
        <p14:creationId xmlns:p14="http://schemas.microsoft.com/office/powerpoint/2010/main" val="65447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BB93A15F-2433-C3A1-8D94-80BB6E04BB78}"/>
              </a:ext>
            </a:extLst>
          </p:cNvPr>
          <p:cNvSpPr txBox="1">
            <a:spLocks/>
          </p:cNvSpPr>
          <p:nvPr userDrawn="1"/>
        </p:nvSpPr>
        <p:spPr>
          <a:xfrm>
            <a:off x="5414838" y="1527859"/>
            <a:ext cx="6548563" cy="4694348"/>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Bef>
                <a:spcPts val="3000"/>
              </a:spcBef>
              <a:buClr>
                <a:schemeClr val="tx1">
                  <a:lumMod val="50000"/>
                  <a:lumOff val="50000"/>
                </a:schemeClr>
              </a:buClr>
              <a:buFont typeface="+mj-lt"/>
              <a:buAutoNum type="arabicPeriod"/>
            </a:pPr>
            <a:r>
              <a:rPr lang="en-CA" sz="3200"/>
              <a:t> Vertical automation</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solidFill>
                  <a:schemeClr val="tx1"/>
                </a:solidFill>
              </a:rPr>
              <a:t> Additively manufactured alloys</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t> Advanced optimization</a:t>
            </a:r>
            <a:endParaRPr lang="en-CA" sz="3200">
              <a:solidFill>
                <a:schemeClr val="bg1">
                  <a:lumMod val="50000"/>
                </a:schemeClr>
              </a:solidFill>
            </a:endParaRPr>
          </a:p>
        </p:txBody>
      </p:sp>
      <p:pic>
        <p:nvPicPr>
          <p:cNvPr id="2" name="Picture 1">
            <a:extLst>
              <a:ext uri="{FF2B5EF4-FFF2-40B4-BE49-F238E27FC236}">
                <a16:creationId xmlns:a16="http://schemas.microsoft.com/office/drawing/2014/main" id="{82162DC2-770A-C1F9-8BFE-6107B3363429}"/>
              </a:ext>
            </a:extLst>
          </p:cNvPr>
          <p:cNvPicPr>
            <a:picLocks noChangeAspect="1"/>
          </p:cNvPicPr>
          <p:nvPr userDrawn="1"/>
        </p:nvPicPr>
        <p:blipFill>
          <a:blip r:embed="rId2"/>
          <a:stretch>
            <a:fillRect/>
          </a:stretch>
        </p:blipFill>
        <p:spPr>
          <a:xfrm>
            <a:off x="1839759" y="2118124"/>
            <a:ext cx="3026095" cy="3513817"/>
          </a:xfrm>
          <a:prstGeom prst="rect">
            <a:avLst/>
          </a:prstGeom>
        </p:spPr>
      </p:pic>
    </p:spTree>
    <p:extLst>
      <p:ext uri="{BB962C8B-B14F-4D97-AF65-F5344CB8AC3E}">
        <p14:creationId xmlns:p14="http://schemas.microsoft.com/office/powerpoint/2010/main" val="113550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9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content">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
        <p:nvSpPr>
          <p:cNvPr id="5" name="Content Placeholder 2">
            <a:extLst>
              <a:ext uri="{FF2B5EF4-FFF2-40B4-BE49-F238E27FC236}">
                <a16:creationId xmlns:a16="http://schemas.microsoft.com/office/drawing/2014/main" id="{810EE577-F868-D5D1-AD97-AC04612A9467}"/>
              </a:ext>
            </a:extLst>
          </p:cNvPr>
          <p:cNvSpPr>
            <a:spLocks noGrp="1"/>
          </p:cNvSpPr>
          <p:nvPr>
            <p:ph idx="1"/>
          </p:nvPr>
        </p:nvSpPr>
        <p:spPr>
          <a:xfrm>
            <a:off x="385485" y="1272989"/>
            <a:ext cx="11421027" cy="4868115"/>
          </a:xfrm>
        </p:spPr>
        <p:txBody>
          <a:bodyPr/>
          <a:lstStyle>
            <a:lvl1pPr marL="228600" indent="-228600">
              <a:buClr>
                <a:schemeClr val="bg1"/>
              </a:buClr>
              <a:buFont typeface="Aptos" panose="020B0004020202020204" pitchFamily="34" charset="0"/>
              <a:buChar char="‌"/>
              <a:defRPr sz="2400">
                <a:solidFill>
                  <a:schemeClr val="tx1"/>
                </a:solidFill>
              </a:defRPr>
            </a:lvl1pPr>
            <a:lvl2pPr marL="685800" indent="-228600">
              <a:buClr>
                <a:schemeClr val="bg1"/>
              </a:buClr>
              <a:buFont typeface="Aptos" panose="020B0004020202020204" pitchFamily="34" charset="0"/>
              <a:buChar char="‌"/>
              <a:defRPr sz="2000">
                <a:solidFill>
                  <a:schemeClr val="tx1"/>
                </a:solidFill>
              </a:defRPr>
            </a:lvl2pPr>
            <a:lvl3pPr marL="1143000" indent="-228600">
              <a:buClr>
                <a:schemeClr val="bg1"/>
              </a:buClr>
              <a:buFont typeface="Aptos" panose="020B0004020202020204" pitchFamily="34" charset="0"/>
              <a:buChar char="‌"/>
              <a:defRPr sz="1800">
                <a:solidFill>
                  <a:schemeClr val="tx1"/>
                </a:solidFill>
              </a:defRPr>
            </a:lvl3pPr>
            <a:lvl4pPr marL="1600200" indent="-228600">
              <a:buClr>
                <a:schemeClr val="bg1"/>
              </a:buClr>
              <a:buFont typeface="Aptos" panose="020B0004020202020204" pitchFamily="34" charset="0"/>
              <a:buChar char="‌"/>
              <a:defRPr sz="1600">
                <a:solidFill>
                  <a:schemeClr val="tx1"/>
                </a:solidFill>
              </a:defRPr>
            </a:lvl4pPr>
            <a:lvl5pPr marL="2057400" indent="-228600">
              <a:buClr>
                <a:schemeClr val="bg1"/>
              </a:buClr>
              <a:buFont typeface="Aptos" panose="020B00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4723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879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11855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Quote_Lon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4CE54C-EDC5-7697-9750-79172C7298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0E0F55C-DBBC-DB34-DC7D-17C621C5D1B5}"/>
              </a:ext>
            </a:extLst>
          </p:cNvPr>
          <p:cNvSpPr>
            <a:spLocks noGrp="1"/>
          </p:cNvSpPr>
          <p:nvPr>
            <p:ph type="title"/>
          </p:nvPr>
        </p:nvSpPr>
        <p:spPr>
          <a:xfrm>
            <a:off x="1110318" y="3429000"/>
            <a:ext cx="9971364" cy="643404"/>
          </a:xfrm>
          <a:prstGeom prst="rect">
            <a:avLst/>
          </a:prstGeom>
        </p:spPr>
        <p:txBody>
          <a:bodyPr anchor="b"/>
          <a:lstStyle>
            <a:lvl1pPr>
              <a:lnSpc>
                <a:spcPct val="150000"/>
              </a:lnSpc>
              <a:defRPr sz="2800" b="0" i="0">
                <a:solidFill>
                  <a:schemeClr val="bg1"/>
                </a:solidFill>
                <a:latin typeface="Rubik" panose="02000604000000020004" pitchFamily="2" charset="-79"/>
              </a:defRPr>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DEFB1CF9-666E-5B46-654F-496C416FE3FF}"/>
              </a:ext>
            </a:extLst>
          </p:cNvPr>
          <p:cNvSpPr>
            <a:spLocks noGrp="1"/>
          </p:cNvSpPr>
          <p:nvPr>
            <p:ph type="ftr" sz="quarter" idx="11"/>
          </p:nvPr>
        </p:nvSpPr>
        <p:spPr>
          <a:xfrm>
            <a:off x="498432" y="6333245"/>
            <a:ext cx="11173375"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17661AB8-062E-E481-F841-9C0B78F1A536}"/>
              </a:ext>
            </a:extLst>
          </p:cNvPr>
          <p:cNvSpPr>
            <a:spLocks noGrp="1"/>
          </p:cNvSpPr>
          <p:nvPr>
            <p:ph type="sldNum" sz="quarter" idx="12"/>
          </p:nvPr>
        </p:nvSpPr>
        <p:spPr>
          <a:xfrm>
            <a:off x="11806512" y="6340402"/>
            <a:ext cx="385488" cy="365124"/>
          </a:xfrm>
          <a:prstGeom prst="rect">
            <a:avLst/>
          </a:prstGeom>
        </p:spPr>
        <p:txBody>
          <a:bodyPr/>
          <a:lstStyle/>
          <a:p>
            <a:fld id="{0645393A-235C-445C-AD8B-799520A9F52F}" type="slidenum">
              <a:rPr lang="en-CA" smtClean="0"/>
              <a:pPr/>
              <a:t>‹#›</a:t>
            </a:fld>
            <a:endParaRPr lang="en-CA"/>
          </a:p>
        </p:txBody>
      </p:sp>
      <p:cxnSp>
        <p:nvCxnSpPr>
          <p:cNvPr id="9" name="Straight Connector 8">
            <a:extLst>
              <a:ext uri="{FF2B5EF4-FFF2-40B4-BE49-F238E27FC236}">
                <a16:creationId xmlns:a16="http://schemas.microsoft.com/office/drawing/2014/main" id="{FD903BC1-3773-2C1B-ADDD-290B0120C472}"/>
              </a:ext>
            </a:extLst>
          </p:cNvPr>
          <p:cNvCxnSpPr>
            <a:cxnSpLocks/>
          </p:cNvCxnSpPr>
          <p:nvPr/>
        </p:nvCxnSpPr>
        <p:spPr>
          <a:xfrm>
            <a:off x="7156450" y="4438650"/>
            <a:ext cx="3238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11">
            <a:extLst>
              <a:ext uri="{FF2B5EF4-FFF2-40B4-BE49-F238E27FC236}">
                <a16:creationId xmlns:a16="http://schemas.microsoft.com/office/drawing/2014/main" id="{752C156A-626B-4A31-4C19-C4D7706B8165}"/>
              </a:ext>
            </a:extLst>
          </p:cNvPr>
          <p:cNvSpPr>
            <a:spLocks noGrp="1"/>
          </p:cNvSpPr>
          <p:nvPr>
            <p:ph type="body" sz="quarter" idx="13"/>
          </p:nvPr>
        </p:nvSpPr>
        <p:spPr>
          <a:xfrm>
            <a:off x="7612767" y="4230245"/>
            <a:ext cx="3468916" cy="416809"/>
          </a:xfrm>
        </p:spPr>
        <p:txBody>
          <a:bodyPr anchor="ct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3543073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981847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4B39215-C2C8-07F3-B45C-B365654D7D41}"/>
              </a:ext>
            </a:extLst>
          </p:cNvPr>
          <p:cNvSpPr txBox="1">
            <a:spLocks/>
          </p:cNvSpPr>
          <p:nvPr userDrawn="1"/>
        </p:nvSpPr>
        <p:spPr>
          <a:xfrm>
            <a:off x="0" y="479612"/>
            <a:ext cx="12192000" cy="1267907"/>
          </a:xfrm>
          <a:prstGeom prst="rect">
            <a:avLst/>
          </a:prstGeom>
        </p:spPr>
        <p:txBody>
          <a:bodyPr anchor="t" anchorCtr="0">
            <a:noAutofit/>
          </a:bodyPr>
          <a:lstStyle>
            <a:lvl1pPr algn="ctr"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algn="l"/>
            <a:r>
              <a:rPr lang="en-CA" b="0" dirty="0"/>
              <a:t>	Let’s build better tensegrity structures</a:t>
            </a:r>
            <a:br>
              <a:rPr lang="en-CA" b="0" dirty="0"/>
            </a:br>
            <a:r>
              <a:rPr lang="en-CA" b="0" dirty="0"/>
              <a:t>	faster, using real drop-test data</a:t>
            </a:r>
            <a:br>
              <a:rPr lang="en-CA" b="0" dirty="0"/>
            </a:br>
            <a:r>
              <a:rPr lang="en-CA" b="0" dirty="0"/>
              <a:t>	</a:t>
            </a:r>
            <a:r>
              <a:rPr lang="en-CA" b="0" dirty="0">
                <a:solidFill>
                  <a:schemeClr val="bg1">
                    <a:lumMod val="50000"/>
                  </a:schemeClr>
                </a:solidFill>
              </a:rPr>
              <a:t>+ closed-loop BO and multi-material printing</a:t>
            </a:r>
          </a:p>
        </p:txBody>
      </p:sp>
    </p:spTree>
    <p:extLst>
      <p:ext uri="{BB962C8B-B14F-4D97-AF65-F5344CB8AC3E}">
        <p14:creationId xmlns:p14="http://schemas.microsoft.com/office/powerpoint/2010/main" val="2291614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7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gif"/></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38.png"/><Relationship Id="rId5" Type="http://schemas.openxmlformats.org/officeDocument/2006/relationships/image" Target="../media/image16.png"/><Relationship Id="rId6" Type="http://schemas.openxmlformats.org/officeDocument/2006/relationships/image" Target="../media/image560.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2.xml"/><Relationship Id="rId3" Type="http://schemas.openxmlformats.org/officeDocument/2006/relationships/notesSlide" Target="../notesSlides/notesSlide19.xml"/><Relationship Id="rId4" Type="http://schemas.openxmlformats.org/officeDocument/2006/relationships/image" Target="../media/image44.png"/><Relationship Id="rId5"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6869-50B4-993C-608D-8E60FEC80BFF}"/>
              </a:ext>
            </a:extLst>
          </p:cNvPr>
          <p:cNvSpPr>
            <a:spLocks noGrp="1"/>
          </p:cNvSpPr>
          <p:nvPr>
            <p:ph type="title"/>
          </p:nvPr>
        </p:nvSpPr>
        <p:spPr>
          <a:xfrm>
            <a:off x="385486" y="408953"/>
            <a:ext cx="11806514" cy="864035"/>
          </a:xfrm>
        </p:spPr>
        <p:txBody>
          <a:bodyPr/>
          <a:lstStyle/>
          <a:p>
            <a:r>
              <a:rPr lang="en-US" dirty="0"/>
              <a:t>Bayesian optimization is a machine learning technique</a:t>
            </a:r>
            <a:br>
              <a:rPr lang="en-US" dirty="0"/>
            </a:br>
            <a:r>
              <a:rPr lang="en-US" dirty="0"/>
              <a:t>that works well in the limit of low data and many variables</a:t>
            </a:r>
            <a:endParaRPr lang="en-US" dirty="0">
              <a:solidFill>
                <a:schemeClr val="bg1">
                  <a:lumMod val="50000"/>
                </a:schemeClr>
              </a:solidFill>
            </a:endParaRPr>
          </a:p>
        </p:txBody>
      </p:sp>
      <p:grpSp>
        <p:nvGrpSpPr>
          <p:cNvPr id="17" name="Group 16">
            <a:extLst>
              <a:ext uri="{FF2B5EF4-FFF2-40B4-BE49-F238E27FC236}">
                <a16:creationId xmlns:a16="http://schemas.microsoft.com/office/drawing/2014/main" id="{82C73928-660A-B64D-4700-08B21F485A9F}"/>
              </a:ext>
            </a:extLst>
          </p:cNvPr>
          <p:cNvGrpSpPr/>
          <p:nvPr/>
        </p:nvGrpSpPr>
        <p:grpSpPr>
          <a:xfrm>
            <a:off x="420477" y="2070138"/>
            <a:ext cx="11351045" cy="3310553"/>
            <a:chOff x="824975" y="2050876"/>
            <a:chExt cx="10351260" cy="3290730"/>
          </a:xfrm>
        </p:grpSpPr>
        <p:pic>
          <p:nvPicPr>
            <p:cNvPr id="4" name="Picture 3">
              <a:extLst>
                <a:ext uri="{FF2B5EF4-FFF2-40B4-BE49-F238E27FC236}">
                  <a16:creationId xmlns:a16="http://schemas.microsoft.com/office/drawing/2014/main" id="{565959F4-2273-0D6E-D9E3-0FBF72C57D93}"/>
                </a:ext>
              </a:extLst>
            </p:cNvPr>
            <p:cNvPicPr>
              <a:picLocks noChangeAspect="1"/>
            </p:cNvPicPr>
            <p:nvPr/>
          </p:nvPicPr>
          <p:blipFill>
            <a:blip r:embed="rId3">
              <a:clrChange>
                <a:clrFrom>
                  <a:srgbClr val="FFFFFF"/>
                </a:clrFrom>
                <a:clrTo>
                  <a:srgbClr val="FFFFFF">
                    <a:alpha val="0"/>
                  </a:srgbClr>
                </a:clrTo>
              </a:clrChange>
            </a:blip>
            <a:srcRect l="8814" b="10394"/>
            <a:stretch/>
          </p:blipFill>
          <p:spPr>
            <a:xfrm>
              <a:off x="2275840" y="2050876"/>
              <a:ext cx="5928914" cy="2837121"/>
            </a:xfrm>
            <a:prstGeom prst="rect">
              <a:avLst/>
            </a:prstGeom>
            <a:solidFill>
              <a:schemeClr val="bg1"/>
            </a:solidFill>
          </p:spPr>
        </p:pic>
        <p:grpSp>
          <p:nvGrpSpPr>
            <p:cNvPr id="5" name="Group 4">
              <a:extLst>
                <a:ext uri="{FF2B5EF4-FFF2-40B4-BE49-F238E27FC236}">
                  <a16:creationId xmlns:a16="http://schemas.microsoft.com/office/drawing/2014/main" id="{3466C2F9-A955-34DA-95B2-D4CE55B92BDD}"/>
                </a:ext>
              </a:extLst>
            </p:cNvPr>
            <p:cNvGrpSpPr/>
            <p:nvPr/>
          </p:nvGrpSpPr>
          <p:grpSpPr>
            <a:xfrm>
              <a:off x="7076618" y="3095825"/>
              <a:ext cx="4099617" cy="1739022"/>
              <a:chOff x="8199415" y="2828691"/>
              <a:chExt cx="4093671" cy="1736500"/>
            </a:xfrm>
          </p:grpSpPr>
          <p:sp>
            <p:nvSpPr>
              <p:cNvPr id="6" name="Rectangle 5">
                <a:extLst>
                  <a:ext uri="{FF2B5EF4-FFF2-40B4-BE49-F238E27FC236}">
                    <a16:creationId xmlns:a16="http://schemas.microsoft.com/office/drawing/2014/main" id="{5C1E3BED-4197-634B-62C1-EA9AC956502B}"/>
                  </a:ext>
                </a:extLst>
              </p:cNvPr>
              <p:cNvSpPr/>
              <p:nvPr/>
            </p:nvSpPr>
            <p:spPr>
              <a:xfrm>
                <a:off x="8644821" y="4042730"/>
                <a:ext cx="3648265" cy="522461"/>
              </a:xfrm>
              <a:prstGeom prst="rect">
                <a:avLst/>
              </a:prstGeom>
              <a:noFill/>
            </p:spPr>
            <p:txBody>
              <a:bodyPr wrap="none" lIns="91440" tIns="45720" rIns="91440" bIns="45720">
                <a:spAutoFit/>
              </a:bodyPr>
              <a:lstStyle/>
              <a:p>
                <a:pPr algn="ctr"/>
                <a:r>
                  <a:rPr lang="en-US" sz="2800" cap="none" spc="0">
                    <a:ln w="0"/>
                    <a:solidFill>
                      <a:srgbClr val="0716DF"/>
                    </a:solidFill>
                  </a:rPr>
                  <a:t>Bayesian Optimization</a:t>
                </a:r>
              </a:p>
            </p:txBody>
          </p:sp>
          <p:sp>
            <p:nvSpPr>
              <p:cNvPr id="7" name="Arrow: Curved Left 6">
                <a:extLst>
                  <a:ext uri="{FF2B5EF4-FFF2-40B4-BE49-F238E27FC236}">
                    <a16:creationId xmlns:a16="http://schemas.microsoft.com/office/drawing/2014/main" id="{3A2A4884-65A7-EDDC-DFD7-4228C58D8734}"/>
                  </a:ext>
                </a:extLst>
              </p:cNvPr>
              <p:cNvSpPr/>
              <p:nvPr/>
            </p:nvSpPr>
            <p:spPr>
              <a:xfrm>
                <a:off x="8199415" y="3235322"/>
                <a:ext cx="393196" cy="1143224"/>
              </a:xfrm>
              <a:prstGeom prst="curved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8" name="Rectangle 7">
                <a:extLst>
                  <a:ext uri="{FF2B5EF4-FFF2-40B4-BE49-F238E27FC236}">
                    <a16:creationId xmlns:a16="http://schemas.microsoft.com/office/drawing/2014/main" id="{82998FA9-E88B-C4B9-135F-5C7109951400}"/>
                  </a:ext>
                </a:extLst>
              </p:cNvPr>
              <p:cNvSpPr/>
              <p:nvPr/>
            </p:nvSpPr>
            <p:spPr>
              <a:xfrm>
                <a:off x="8772406" y="2828691"/>
                <a:ext cx="3316888" cy="885921"/>
              </a:xfrm>
              <a:prstGeom prst="rect">
                <a:avLst/>
              </a:prstGeom>
              <a:noFill/>
            </p:spPr>
            <p:txBody>
              <a:bodyPr wrap="none" lIns="91440" tIns="45720" rIns="91440" bIns="45720">
                <a:spAutoFit/>
              </a:bodyPr>
              <a:lstStyle/>
              <a:p>
                <a:pPr algn="ctr"/>
                <a:r>
                  <a:rPr lang="en-US" sz="2800" cap="none" spc="0" dirty="0">
                    <a:ln w="0"/>
                    <a:solidFill>
                      <a:srgbClr val="7E6C76"/>
                    </a:solidFill>
                  </a:rPr>
                  <a:t>Design of Experiments</a:t>
                </a:r>
              </a:p>
              <a:p>
                <a:pPr algn="ctr"/>
                <a:r>
                  <a:rPr lang="en-US" sz="2400" cap="none" spc="0" dirty="0">
                    <a:ln w="0"/>
                    <a:solidFill>
                      <a:srgbClr val="7E6C76"/>
                    </a:solidFill>
                  </a:rPr>
                  <a:t>(Traditional)</a:t>
                </a:r>
              </a:p>
            </p:txBody>
          </p:sp>
        </p:grpSp>
        <p:sp>
          <p:nvSpPr>
            <p:cNvPr id="9" name="Rectangle 8">
              <a:extLst>
                <a:ext uri="{FF2B5EF4-FFF2-40B4-BE49-F238E27FC236}">
                  <a16:creationId xmlns:a16="http://schemas.microsoft.com/office/drawing/2014/main" id="{B213BE88-68E6-677C-D890-9B474B9F832B}"/>
                </a:ext>
              </a:extLst>
            </p:cNvPr>
            <p:cNvSpPr/>
            <p:nvPr/>
          </p:nvSpPr>
          <p:spPr>
            <a:xfrm>
              <a:off x="3231696" y="5023416"/>
              <a:ext cx="3008820" cy="318190"/>
            </a:xfrm>
            <a:prstGeom prst="rect">
              <a:avLst/>
            </a:prstGeom>
            <a:solidFill>
              <a:schemeClr val="bg1"/>
            </a:solidFill>
          </p:spPr>
          <p:txBody>
            <a:bodyPr wrap="none" lIns="0" tIns="0" rIns="0" bIns="0">
              <a:noAutofit/>
            </a:bodyPr>
            <a:lstStyle/>
            <a:p>
              <a:pPr algn="ctr"/>
              <a:r>
                <a:rPr lang="en-US" sz="2000" cap="none" spc="0">
                  <a:ln w="0"/>
                  <a:solidFill>
                    <a:schemeClr val="tx1"/>
                  </a:solidFill>
                </a:rPr>
                <a:t>Experiment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FA9CA78-00AB-FCCE-DAC4-85CCDDC3F8D0}"/>
                    </a:ext>
                  </a:extLst>
                </p:cNvPr>
                <p:cNvSpPr/>
                <p:nvPr/>
              </p:nvSpPr>
              <p:spPr>
                <a:xfrm>
                  <a:off x="824975" y="3095825"/>
                  <a:ext cx="1371148" cy="738664"/>
                </a:xfrm>
                <a:prstGeom prst="rect">
                  <a:avLst/>
                </a:prstGeom>
                <a:noFill/>
              </p:spPr>
              <p:txBody>
                <a:bodyPr wrap="none" lIns="0" tIns="0" rIns="0" bIns="0">
                  <a:noAutofit/>
                </a:bodyPr>
                <a:lstStyle/>
                <a:p>
                  <a:r>
                    <a:rPr lang="en-US" sz="2000" cap="none" spc="0">
                      <a:ln w="0"/>
                      <a:solidFill>
                        <a:schemeClr val="tx1"/>
                      </a:solidFill>
                    </a:rPr>
                    <a:t>Property</a:t>
                  </a:r>
                </a:p>
                <a:p>
                  <a:r>
                    <a:rPr lang="en-US" sz="2000" cap="none" spc="0">
                      <a:ln w="0"/>
                      <a:solidFill>
                        <a:schemeClr val="bg1">
                          <a:lumMod val="50000"/>
                        </a:schemeClr>
                      </a:solidFill>
                      <a:ea typeface="Cambria Math" panose="02040503050406030204" pitchFamily="18" charset="0"/>
                    </a:rPr>
                    <a:t>(</a:t>
                  </a:r>
                  <a14:m>
                    <m:oMath xmlns:m="http://schemas.openxmlformats.org/officeDocument/2006/math">
                      <m:r>
                        <a:rPr lang="en-US" sz="2000" i="1" cap="none" spc="0" smtClean="0">
                          <a:ln w="0"/>
                          <a:solidFill>
                            <a:schemeClr val="bg1">
                              <a:lumMod val="50000"/>
                            </a:schemeClr>
                          </a:solidFill>
                          <a:latin typeface="Cambria Math" panose="02040503050406030204" pitchFamily="18" charset="0"/>
                          <a:ea typeface="Cambria Math" panose="02040503050406030204" pitchFamily="18" charset="0"/>
                        </a:rPr>
                        <m:t>↓</m:t>
                      </m:r>
                    </m:oMath>
                  </a14:m>
                  <a:r>
                    <a:rPr lang="en-US" sz="2000" cap="none" spc="0">
                      <a:ln w="0"/>
                      <a:solidFill>
                        <a:schemeClr val="bg1">
                          <a:lumMod val="50000"/>
                        </a:schemeClr>
                      </a:solidFill>
                    </a:rPr>
                    <a:t> is better)</a:t>
                  </a:r>
                </a:p>
              </p:txBody>
            </p:sp>
          </mc:Choice>
          <mc:Fallback xmlns="">
            <p:sp>
              <p:nvSpPr>
                <p:cNvPr id="10" name="Rectangle 9">
                  <a:extLst>
                    <a:ext uri="{FF2B5EF4-FFF2-40B4-BE49-F238E27FC236}">
                      <a16:creationId xmlns:a16="http://schemas.microsoft.com/office/drawing/2014/main" id="{7FA9CA78-00AB-FCCE-DAC4-85CCDDC3F8D0}"/>
                    </a:ext>
                  </a:extLst>
                </p:cNvPr>
                <p:cNvSpPr>
                  <a:spLocks noRot="1" noChangeAspect="1" noMove="1" noResize="1" noEditPoints="1" noAdjustHandles="1" noChangeArrowheads="1" noChangeShapeType="1" noTextEdit="1"/>
                </p:cNvSpPr>
                <p:nvPr/>
              </p:nvSpPr>
              <p:spPr>
                <a:xfrm>
                  <a:off x="824975" y="3095825"/>
                  <a:ext cx="1371148" cy="738664"/>
                </a:xfrm>
                <a:prstGeom prst="rect">
                  <a:avLst/>
                </a:prstGeom>
                <a:blipFill>
                  <a:blip r:embed="rId4"/>
                  <a:stretch>
                    <a:fillRect l="-11111" t="-11712" r="-1333" b="-13514"/>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5188482B-EEEA-B739-39C5-D002E9D03C65}"/>
                </a:ext>
              </a:extLst>
            </p:cNvPr>
            <p:cNvSpPr/>
            <p:nvPr/>
          </p:nvSpPr>
          <p:spPr>
            <a:xfrm>
              <a:off x="7076618" y="2110835"/>
              <a:ext cx="1053707" cy="984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E582AC2A-9B58-9EB1-5D86-54769A963B0D}"/>
                </a:ext>
              </a:extLst>
            </p:cNvPr>
            <p:cNvSpPr txBox="1"/>
            <p:nvPr/>
          </p:nvSpPr>
          <p:spPr>
            <a:xfrm>
              <a:off x="2283275" y="4834106"/>
              <a:ext cx="308098" cy="369332"/>
            </a:xfrm>
            <a:prstGeom prst="rect">
              <a:avLst/>
            </a:prstGeom>
            <a:noFill/>
          </p:spPr>
          <p:txBody>
            <a:bodyPr wrap="none" rtlCol="0">
              <a:spAutoFit/>
            </a:bodyPr>
            <a:lstStyle/>
            <a:p>
              <a:r>
                <a:rPr lang="en-US"/>
                <a:t>0</a:t>
              </a:r>
            </a:p>
          </p:txBody>
        </p:sp>
        <p:sp>
          <p:nvSpPr>
            <p:cNvPr id="13" name="TextBox 12">
              <a:extLst>
                <a:ext uri="{FF2B5EF4-FFF2-40B4-BE49-F238E27FC236}">
                  <a16:creationId xmlns:a16="http://schemas.microsoft.com/office/drawing/2014/main" id="{0923674E-E310-FFE1-4678-8E01E2009C62}"/>
                </a:ext>
              </a:extLst>
            </p:cNvPr>
            <p:cNvSpPr txBox="1"/>
            <p:nvPr/>
          </p:nvSpPr>
          <p:spPr>
            <a:xfrm>
              <a:off x="6782760" y="4838305"/>
              <a:ext cx="431528" cy="369332"/>
            </a:xfrm>
            <a:prstGeom prst="rect">
              <a:avLst/>
            </a:prstGeom>
            <a:noFill/>
          </p:spPr>
          <p:txBody>
            <a:bodyPr wrap="none" rtlCol="0">
              <a:spAutoFit/>
            </a:bodyPr>
            <a:lstStyle/>
            <a:p>
              <a:r>
                <a:rPr lang="en-US"/>
                <a:t>50</a:t>
              </a:r>
            </a:p>
          </p:txBody>
        </p:sp>
      </p:grpSp>
      <p:sp>
        <p:nvSpPr>
          <p:cNvPr id="16" name="TextBox 15">
            <a:extLst>
              <a:ext uri="{FF2B5EF4-FFF2-40B4-BE49-F238E27FC236}">
                <a16:creationId xmlns:a16="http://schemas.microsoft.com/office/drawing/2014/main" id="{4B5D8CFA-A3A1-0C96-AE7E-E06A4DAC5F46}"/>
              </a:ext>
            </a:extLst>
          </p:cNvPr>
          <p:cNvSpPr txBox="1"/>
          <p:nvPr/>
        </p:nvSpPr>
        <p:spPr>
          <a:xfrm>
            <a:off x="6419503" y="6177842"/>
            <a:ext cx="3495634" cy="461665"/>
          </a:xfrm>
          <a:prstGeom prst="rect">
            <a:avLst/>
          </a:prstGeom>
          <a:noFill/>
        </p:spPr>
        <p:txBody>
          <a:bodyPr wrap="square">
            <a:spAutoFit/>
          </a:bodyPr>
          <a:lstStyle/>
          <a:p>
            <a:r>
              <a:rPr lang="da-DK" sz="2400" dirty="0">
                <a:solidFill>
                  <a:schemeClr val="bg1">
                    <a:lumMod val="50000"/>
                  </a:schemeClr>
                </a:solidFill>
              </a:rPr>
              <a:t>Baird et al. </a:t>
            </a:r>
            <a:r>
              <a:rPr lang="da-DK" sz="2400" i="1" dirty="0">
                <a:solidFill>
                  <a:schemeClr val="bg1">
                    <a:lumMod val="50000"/>
                  </a:schemeClr>
                </a:solidFill>
              </a:rPr>
              <a:t>Matter</a:t>
            </a:r>
            <a:r>
              <a:rPr lang="da-DK" sz="2400" dirty="0">
                <a:solidFill>
                  <a:schemeClr val="bg1">
                    <a:lumMod val="50000"/>
                  </a:schemeClr>
                </a:solidFill>
              </a:rPr>
              <a:t> (2022)</a:t>
            </a:r>
          </a:p>
        </p:txBody>
      </p:sp>
    </p:spTree>
    <p:extLst>
      <p:ext uri="{BB962C8B-B14F-4D97-AF65-F5344CB8AC3E}">
        <p14:creationId xmlns:p14="http://schemas.microsoft.com/office/powerpoint/2010/main" val="1063442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4F00-BE05-346D-1882-1831EE6BB1BA}"/>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127B6865-4E8B-3101-A933-7CE564A8A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994" y="717287"/>
            <a:ext cx="10076033" cy="38034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E0D45AE-C676-6263-9BAB-C7EF338B3340}"/>
              </a:ext>
            </a:extLst>
          </p:cNvPr>
          <p:cNvSpPr>
            <a:spLocks noGrp="1"/>
          </p:cNvSpPr>
          <p:nvPr>
            <p:ph type="title"/>
          </p:nvPr>
        </p:nvSpPr>
        <p:spPr/>
        <p:txBody>
          <a:bodyPr/>
          <a:lstStyle/>
          <a:p>
            <a:r>
              <a:rPr lang="en-US" dirty="0"/>
              <a:t>A surrogate model predicts properties and quantifies uncertainty</a:t>
            </a:r>
          </a:p>
        </p:txBody>
      </p:sp>
    </p:spTree>
    <p:extLst>
      <p:ext uri="{BB962C8B-B14F-4D97-AF65-F5344CB8AC3E}">
        <p14:creationId xmlns:p14="http://schemas.microsoft.com/office/powerpoint/2010/main" val="544790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650AF-8CDF-FD92-6251-BBED1A568BF5}"/>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B4815B0A-7880-85D6-2B11-732D18DFA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545" y="1184396"/>
            <a:ext cx="10020930" cy="56677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273450-477C-7F64-2C37-C5B66D96FB6F}"/>
              </a:ext>
            </a:extLst>
          </p:cNvPr>
          <p:cNvSpPr>
            <a:spLocks noGrp="1"/>
          </p:cNvSpPr>
          <p:nvPr>
            <p:ph type="title"/>
          </p:nvPr>
        </p:nvSpPr>
        <p:spPr/>
        <p:txBody>
          <a:bodyPr/>
          <a:lstStyle/>
          <a:p>
            <a:r>
              <a:rPr lang="en-US"/>
              <a:t>The acquisition function guides how to select the next experiment</a:t>
            </a:r>
            <a:br>
              <a:rPr lang="en-US"/>
            </a:br>
            <a:r>
              <a:rPr lang="en-US">
                <a:solidFill>
                  <a:schemeClr val="bg1">
                    <a:lumMod val="50000"/>
                  </a:schemeClr>
                </a:solidFill>
              </a:rPr>
              <a:t>(in this case, neither the max predicted nor the max uncertainty)</a:t>
            </a:r>
          </a:p>
        </p:txBody>
      </p:sp>
    </p:spTree>
    <p:extLst>
      <p:ext uri="{BB962C8B-B14F-4D97-AF65-F5344CB8AC3E}">
        <p14:creationId xmlns:p14="http://schemas.microsoft.com/office/powerpoint/2010/main" val="85954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607A-BF15-C25A-2268-DCE7CA5E8547}"/>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3355F00E-D9FE-2A33-2F8E-69B27FC57F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43" y="1184396"/>
            <a:ext cx="10009123" cy="56677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7FB26C6-588A-E5C6-2BAF-0D0C081FE202}"/>
              </a:ext>
            </a:extLst>
          </p:cNvPr>
          <p:cNvSpPr>
            <a:spLocks noGrp="1"/>
          </p:cNvSpPr>
          <p:nvPr>
            <p:ph type="title"/>
          </p:nvPr>
        </p:nvSpPr>
        <p:spPr/>
        <p:txBody>
          <a:bodyPr/>
          <a:lstStyle/>
          <a:p>
            <a:r>
              <a:rPr lang="en-US"/>
              <a:t>This Bayesian optimization loop continues iteratively</a:t>
            </a:r>
            <a:br>
              <a:rPr lang="en-US"/>
            </a:br>
            <a:r>
              <a:rPr lang="en-US">
                <a:solidFill>
                  <a:schemeClr val="bg1">
                    <a:lumMod val="50000"/>
                  </a:schemeClr>
                </a:solidFill>
              </a:rPr>
              <a:t>(1) add data, (2) fit surrogate model (3) optimize acquisition function</a:t>
            </a:r>
          </a:p>
        </p:txBody>
      </p:sp>
    </p:spTree>
    <p:extLst>
      <p:ext uri="{BB962C8B-B14F-4D97-AF65-F5344CB8AC3E}">
        <p14:creationId xmlns:p14="http://schemas.microsoft.com/office/powerpoint/2010/main" val="2319100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B20A8-28DF-D650-4520-5D23C629A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C3913-90EF-48DF-68C2-B1FB8AB34B75}"/>
              </a:ext>
            </a:extLst>
          </p:cNvPr>
          <p:cNvSpPr>
            <a:spLocks noGrp="1"/>
          </p:cNvSpPr>
          <p:nvPr>
            <p:ph type="title"/>
          </p:nvPr>
        </p:nvSpPr>
        <p:spPr>
          <a:xfrm>
            <a:off x="385486" y="408953"/>
            <a:ext cx="11421028" cy="864035"/>
          </a:xfrm>
        </p:spPr>
        <p:txBody>
          <a:bodyPr>
            <a:noAutofit/>
          </a:bodyPr>
          <a:lstStyle/>
          <a:p>
            <a:r>
              <a:rPr lang="en-US" sz="3600"/>
              <a:t>Real-world materials discovery tasks such as alloy design</a:t>
            </a:r>
            <a:br>
              <a:rPr lang="en-US" sz="3600"/>
            </a:br>
            <a:r>
              <a:rPr lang="en-US" sz="3600"/>
              <a:t>require more than “vanilla” optimization</a:t>
            </a:r>
          </a:p>
        </p:txBody>
      </p:sp>
      <p:pic>
        <p:nvPicPr>
          <p:cNvPr id="18" name="Picture 17" descr="Chart, histogram&#10;&#10;Description automatically generated">
            <a:extLst>
              <a:ext uri="{FF2B5EF4-FFF2-40B4-BE49-F238E27FC236}">
                <a16:creationId xmlns:a16="http://schemas.microsoft.com/office/drawing/2014/main" id="{E3DA36FB-D5F1-1149-0916-03F14D4C8E1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59330" y="4420085"/>
            <a:ext cx="2310314" cy="1732736"/>
          </a:xfrm>
          <a:prstGeom prst="rect">
            <a:avLst/>
          </a:prstGeom>
        </p:spPr>
      </p:pic>
      <p:grpSp>
        <p:nvGrpSpPr>
          <p:cNvPr id="6" name="Group 5">
            <a:extLst>
              <a:ext uri="{FF2B5EF4-FFF2-40B4-BE49-F238E27FC236}">
                <a16:creationId xmlns:a16="http://schemas.microsoft.com/office/drawing/2014/main" id="{4DD913B1-8876-234C-CE95-7DDD63EAA21D}"/>
              </a:ext>
            </a:extLst>
          </p:cNvPr>
          <p:cNvGrpSpPr/>
          <p:nvPr/>
        </p:nvGrpSpPr>
        <p:grpSpPr>
          <a:xfrm>
            <a:off x="2306762" y="3399176"/>
            <a:ext cx="5314177" cy="2657089"/>
            <a:chOff x="-122912" y="2448559"/>
            <a:chExt cx="6584333" cy="3292167"/>
          </a:xfrm>
        </p:grpSpPr>
        <p:pic>
          <p:nvPicPr>
            <p:cNvPr id="10" name="Picture 9" descr="Calendar&#10;&#10;Description automatically generated">
              <a:extLst>
                <a:ext uri="{FF2B5EF4-FFF2-40B4-BE49-F238E27FC236}">
                  <a16:creationId xmlns:a16="http://schemas.microsoft.com/office/drawing/2014/main" id="{4056665B-1A53-C619-C19E-8DDB5A5F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912" y="2448559"/>
              <a:ext cx="6584333" cy="3292167"/>
            </a:xfrm>
            <a:prstGeom prst="rect">
              <a:avLst/>
            </a:prstGeom>
          </p:spPr>
        </p:pic>
        <p:sp>
          <p:nvSpPr>
            <p:cNvPr id="19" name="Rectangle 18">
              <a:extLst>
                <a:ext uri="{FF2B5EF4-FFF2-40B4-BE49-F238E27FC236}">
                  <a16:creationId xmlns:a16="http://schemas.microsoft.com/office/drawing/2014/main" id="{99BF3109-50D4-8769-43EA-62CFC7D6540C}"/>
                </a:ext>
              </a:extLst>
            </p:cNvPr>
            <p:cNvSpPr/>
            <p:nvPr/>
          </p:nvSpPr>
          <p:spPr>
            <a:xfrm>
              <a:off x="2716277" y="4518353"/>
              <a:ext cx="2152933" cy="400104"/>
            </a:xfrm>
            <a:prstGeom prst="rect">
              <a:avLst/>
            </a:prstGeom>
            <a:solidFill>
              <a:schemeClr val="bg1"/>
            </a:solidFill>
            <a:ln>
              <a:solidFill>
                <a:schemeClr val="tx1"/>
              </a:solidFill>
            </a:ln>
          </p:spPr>
          <p:txBody>
            <a:bodyPr wrap="none" lIns="73801" tIns="36900" rIns="73801" bIns="36900">
              <a:spAutoFit/>
            </a:bodyPr>
            <a:lstStyle/>
            <a:p>
              <a:r>
                <a:rPr lang="en-US" sz="1614">
                  <a:ln w="0"/>
                </a:rPr>
                <a:t>High-dimensional</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BB52D26-E6C2-C5E4-8E87-518358ECAEC9}"/>
                    </a:ext>
                  </a:extLst>
                </p:cNvPr>
                <p:cNvSpPr/>
                <p:nvPr/>
              </p:nvSpPr>
              <p:spPr>
                <a:xfrm>
                  <a:off x="590180" y="3004178"/>
                  <a:ext cx="3573158" cy="323281"/>
                </a:xfrm>
                <a:prstGeom prst="rect">
                  <a:avLst/>
                </a:prstGeom>
                <a:noFill/>
              </p:spPr>
              <p:txBody>
                <a:bodyPr wrap="square" lIns="73801" tIns="36900" rIns="73801" bIns="36900">
                  <a:spAutoFit/>
                </a:bodyPr>
                <a:lstStyle/>
                <a:p>
                  <a:pPr algn="ctr"/>
                  <a14:m>
                    <m:oMathPara xmlns:m="http://schemas.openxmlformats.org/officeDocument/2006/math">
                      <m:oMathParaPr>
                        <m:jc m:val="centerGroup"/>
                      </m:oMathParaPr>
                      <m:oMath xmlns:m="http://schemas.openxmlformats.org/officeDocument/2006/math">
                        <m:sSub>
                          <m:sSubPr>
                            <m:ctrlPr>
                              <a:rPr lang="en-US" sz="1131" i="1" smtClean="0">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Al</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Si</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Nb</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Sn</m:t>
                            </m:r>
                          </m:sub>
                        </m:sSub>
                        <m:r>
                          <a:rPr lang="en-US" sz="1131" i="1">
                            <a:ln w="0"/>
                            <a:effectLst/>
                            <a:latin typeface="Cambria Math" panose="02040503050406030204" pitchFamily="18" charset="0"/>
                          </a:rPr>
                          <m:t>=1.0</m:t>
                        </m:r>
                      </m:oMath>
                    </m:oMathPara>
                  </a14:m>
                  <a:endParaRPr lang="en-US" sz="1131">
                    <a:ln w="0"/>
                    <a:effectLst/>
                  </a:endParaRPr>
                </a:p>
              </p:txBody>
            </p:sp>
          </mc:Choice>
          <mc:Fallback xmlns="">
            <p:sp>
              <p:nvSpPr>
                <p:cNvPr id="21" name="Rectangle 20">
                  <a:extLst>
                    <a:ext uri="{FF2B5EF4-FFF2-40B4-BE49-F238E27FC236}">
                      <a16:creationId xmlns:a16="http://schemas.microsoft.com/office/drawing/2014/main" id="{9954A1FF-090A-5D73-6DA7-F21DCDB3B0E3}"/>
                    </a:ext>
                  </a:extLst>
                </p:cNvPr>
                <p:cNvSpPr>
                  <a:spLocks noRot="1" noChangeAspect="1" noMove="1" noResize="1" noEditPoints="1" noAdjustHandles="1" noChangeArrowheads="1" noChangeShapeType="1" noTextEdit="1"/>
                </p:cNvSpPr>
                <p:nvPr/>
              </p:nvSpPr>
              <p:spPr>
                <a:xfrm>
                  <a:off x="590180" y="3004178"/>
                  <a:ext cx="3573158" cy="323281"/>
                </a:xfrm>
                <a:prstGeom prst="rect">
                  <a:avLst/>
                </a:prstGeom>
                <a:blipFill>
                  <a:blip r:embed="rId6"/>
                  <a:stretch>
                    <a:fillRect b="-2326"/>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988AD95-986D-121B-713C-D19B7703C392}"/>
                </a:ext>
              </a:extLst>
            </p:cNvPr>
            <p:cNvSpPr/>
            <p:nvPr/>
          </p:nvSpPr>
          <p:spPr>
            <a:xfrm>
              <a:off x="456520" y="2630103"/>
              <a:ext cx="3302108" cy="707876"/>
            </a:xfrm>
            <a:prstGeom prst="rect">
              <a:avLst/>
            </a:prstGeom>
            <a:solidFill>
              <a:schemeClr val="bg1"/>
            </a:solidFill>
            <a:ln>
              <a:solidFill>
                <a:schemeClr val="tx1"/>
              </a:solidFill>
            </a:ln>
          </p:spPr>
          <p:txBody>
            <a:bodyPr wrap="square" lIns="73801" tIns="36900" rIns="73801" bIns="36900">
              <a:spAutoFit/>
            </a:bodyPr>
            <a:lstStyle/>
            <a:p>
              <a:r>
                <a:rPr lang="en-US" sz="1614">
                  <a:ln w="0"/>
                </a:rPr>
                <a:t>Compositional Linear Constraint</a:t>
              </a:r>
            </a:p>
          </p:txBody>
        </p:sp>
      </p:grpSp>
      <p:pic>
        <p:nvPicPr>
          <p:cNvPr id="26" name="Picture 25" descr="Chart, bar chart, histogram&#10;&#10;Description automatically generated">
            <a:extLst>
              <a:ext uri="{FF2B5EF4-FFF2-40B4-BE49-F238E27FC236}">
                <a16:creationId xmlns:a16="http://schemas.microsoft.com/office/drawing/2014/main" id="{E4B1BE82-12F2-A664-D982-3D4B0D007061}"/>
              </a:ext>
            </a:extLst>
          </p:cNvPr>
          <p:cNvPicPr>
            <a:picLocks noChangeAspect="1"/>
          </p:cNvPicPr>
          <p:nvPr/>
        </p:nvPicPr>
        <p:blipFill rotWithShape="1">
          <a:blip r:embed="rId7">
            <a:extLst>
              <a:ext uri="{28A0092B-C50C-407E-A947-70E740481C1C}">
                <a14:useLocalDpi xmlns:a14="http://schemas.microsoft.com/office/drawing/2010/main" val="0"/>
              </a:ext>
            </a:extLst>
          </a:blip>
          <a:srcRect b="9867"/>
          <a:stretch/>
        </p:blipFill>
        <p:spPr>
          <a:xfrm>
            <a:off x="7615637" y="2246364"/>
            <a:ext cx="2100285" cy="1656415"/>
          </a:xfrm>
          <a:prstGeom prst="rect">
            <a:avLst/>
          </a:prstGeom>
        </p:spPr>
      </p:pic>
      <p:sp>
        <p:nvSpPr>
          <p:cNvPr id="27" name="Rectangle 26">
            <a:extLst>
              <a:ext uri="{FF2B5EF4-FFF2-40B4-BE49-F238E27FC236}">
                <a16:creationId xmlns:a16="http://schemas.microsoft.com/office/drawing/2014/main" id="{774EAC59-7E0E-1BB3-BD4F-3FD5016C0B8C}"/>
              </a:ext>
            </a:extLst>
          </p:cNvPr>
          <p:cNvSpPr/>
          <p:nvPr/>
        </p:nvSpPr>
        <p:spPr>
          <a:xfrm>
            <a:off x="7055410" y="1986044"/>
            <a:ext cx="2709706" cy="571323"/>
          </a:xfrm>
          <a:prstGeom prst="rect">
            <a:avLst/>
          </a:prstGeom>
          <a:solidFill>
            <a:schemeClr val="bg1"/>
          </a:solidFill>
          <a:ln>
            <a:solidFill>
              <a:schemeClr val="tx1"/>
            </a:solidFill>
          </a:ln>
        </p:spPr>
        <p:txBody>
          <a:bodyPr wrap="square" lIns="73801" tIns="36900" rIns="73801" bIns="36900">
            <a:spAutoFit/>
          </a:bodyPr>
          <a:lstStyle/>
          <a:p>
            <a:r>
              <a:rPr lang="en-US" sz="1614">
                <a:ln w="0"/>
              </a:rPr>
              <a:t>Mixed Continuous/Categorical</a:t>
            </a:r>
          </a:p>
        </p:txBody>
      </p:sp>
      <p:pic>
        <p:nvPicPr>
          <p:cNvPr id="1030" name="Picture 6" descr="Computational Materials Engineering - Thermo-Calc Software">
            <a:extLst>
              <a:ext uri="{FF2B5EF4-FFF2-40B4-BE49-F238E27FC236}">
                <a16:creationId xmlns:a16="http://schemas.microsoft.com/office/drawing/2014/main" id="{B294EDDE-F2FB-2556-242F-A848EB4198C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0778" t="38165" r="30253" b="36306"/>
          <a:stretch/>
        </p:blipFill>
        <p:spPr bwMode="auto">
          <a:xfrm>
            <a:off x="2397378" y="2412098"/>
            <a:ext cx="1475805" cy="5075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stron : Materials Testing Machines for Tensile, Fatigue, Impact, Rheology  and Structural Testing - Instron">
            <a:extLst>
              <a:ext uri="{FF2B5EF4-FFF2-40B4-BE49-F238E27FC236}">
                <a16:creationId xmlns:a16="http://schemas.microsoft.com/office/drawing/2014/main" id="{67BE8E45-EB0D-AE44-0AFB-39D13CA45C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6106" y="2976948"/>
            <a:ext cx="1422669" cy="311209"/>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30CF651-8049-A4FD-DDD5-548DB90698BA}"/>
              </a:ext>
            </a:extLst>
          </p:cNvPr>
          <p:cNvSpPr/>
          <p:nvPr/>
        </p:nvSpPr>
        <p:spPr>
          <a:xfrm>
            <a:off x="2399821" y="2056156"/>
            <a:ext cx="1264588" cy="322922"/>
          </a:xfrm>
          <a:prstGeom prst="rect">
            <a:avLst/>
          </a:prstGeom>
          <a:solidFill>
            <a:schemeClr val="bg1"/>
          </a:solidFill>
          <a:ln>
            <a:solidFill>
              <a:schemeClr val="tx1"/>
            </a:solidFill>
          </a:ln>
        </p:spPr>
        <p:txBody>
          <a:bodyPr wrap="square" lIns="73801" tIns="36900" rIns="73801" bIns="36900">
            <a:spAutoFit/>
          </a:bodyPr>
          <a:lstStyle/>
          <a:p>
            <a:r>
              <a:rPr lang="en-US" sz="1614">
                <a:ln w="0"/>
              </a:rPr>
              <a:t>Multi-task</a:t>
            </a:r>
          </a:p>
        </p:txBody>
      </p:sp>
      <p:grpSp>
        <p:nvGrpSpPr>
          <p:cNvPr id="5" name="Group 4">
            <a:extLst>
              <a:ext uri="{FF2B5EF4-FFF2-40B4-BE49-F238E27FC236}">
                <a16:creationId xmlns:a16="http://schemas.microsoft.com/office/drawing/2014/main" id="{538F1C21-112A-AB8D-CAB6-3E2D01D65EC9}"/>
              </a:ext>
            </a:extLst>
          </p:cNvPr>
          <p:cNvGrpSpPr/>
          <p:nvPr/>
        </p:nvGrpSpPr>
        <p:grpSpPr>
          <a:xfrm>
            <a:off x="4029921" y="1942577"/>
            <a:ext cx="3041440" cy="1538601"/>
            <a:chOff x="1812275" y="643806"/>
            <a:chExt cx="3968200" cy="2007429"/>
          </a:xfrm>
        </p:grpSpPr>
        <p:pic>
          <p:nvPicPr>
            <p:cNvPr id="1028" name="Picture 4">
              <a:extLst>
                <a:ext uri="{FF2B5EF4-FFF2-40B4-BE49-F238E27FC236}">
                  <a16:creationId xmlns:a16="http://schemas.microsoft.com/office/drawing/2014/main" id="{A00AAB79-3A86-38A2-EFDD-C03FCDDAFA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2275" y="1149745"/>
              <a:ext cx="2301380" cy="150149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Chart, scatter chart&#10;&#10;Description automatically generated">
              <a:extLst>
                <a:ext uri="{FF2B5EF4-FFF2-40B4-BE49-F238E27FC236}">
                  <a16:creationId xmlns:a16="http://schemas.microsoft.com/office/drawing/2014/main" id="{90B6CE75-2170-B6B5-6200-6D9B20955B6C}"/>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1918" y="879964"/>
              <a:ext cx="1758557" cy="1758557"/>
            </a:xfrm>
            <a:prstGeom prst="rect">
              <a:avLst/>
            </a:prstGeom>
          </p:spPr>
        </p:pic>
        <p:cxnSp>
          <p:nvCxnSpPr>
            <p:cNvPr id="39" name="Straight Arrow Connector 38">
              <a:extLst>
                <a:ext uri="{FF2B5EF4-FFF2-40B4-BE49-F238E27FC236}">
                  <a16:creationId xmlns:a16="http://schemas.microsoft.com/office/drawing/2014/main" id="{A136F521-C11B-136F-054B-508E3B0EE266}"/>
                </a:ext>
              </a:extLst>
            </p:cNvPr>
            <p:cNvCxnSpPr>
              <a:cxnSpLocks/>
            </p:cNvCxnSpPr>
            <p:nvPr/>
          </p:nvCxnSpPr>
          <p:spPr>
            <a:xfrm flipV="1">
              <a:off x="2355098" y="1381992"/>
              <a:ext cx="1647755" cy="2467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5766C19-BA20-74FB-BCEC-C6200414DAE1}"/>
                </a:ext>
              </a:extLst>
            </p:cNvPr>
            <p:cNvCxnSpPr/>
            <p:nvPr/>
          </p:nvCxnSpPr>
          <p:spPr>
            <a:xfrm>
              <a:off x="1944095" y="1643495"/>
              <a:ext cx="43266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D7355-6185-971C-9C7D-2E4441BD6413}"/>
                </a:ext>
              </a:extLst>
            </p:cNvPr>
            <p:cNvCxnSpPr>
              <a:cxnSpLocks/>
            </p:cNvCxnSpPr>
            <p:nvPr/>
          </p:nvCxnSpPr>
          <p:spPr>
            <a:xfrm>
              <a:off x="3632341" y="1593651"/>
              <a:ext cx="0" cy="85490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1E785EC-FF4A-6744-0DB0-60DC57F65B41}"/>
                </a:ext>
              </a:extLst>
            </p:cNvPr>
            <p:cNvCxnSpPr>
              <a:cxnSpLocks/>
            </p:cNvCxnSpPr>
            <p:nvPr/>
          </p:nvCxnSpPr>
          <p:spPr>
            <a:xfrm>
              <a:off x="3651407" y="2273488"/>
              <a:ext cx="760087" cy="2897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94DDCA8-75F3-9B1E-089A-8A39522B0C0C}"/>
                </a:ext>
              </a:extLst>
            </p:cNvPr>
            <p:cNvSpPr/>
            <p:nvPr/>
          </p:nvSpPr>
          <p:spPr>
            <a:xfrm>
              <a:off x="3345657" y="643806"/>
              <a:ext cx="2062083" cy="421320"/>
            </a:xfrm>
            <a:prstGeom prst="rect">
              <a:avLst/>
            </a:prstGeom>
            <a:solidFill>
              <a:schemeClr val="bg1"/>
            </a:solidFill>
            <a:ln>
              <a:solidFill>
                <a:schemeClr val="tx1"/>
              </a:solidFill>
            </a:ln>
          </p:spPr>
          <p:txBody>
            <a:bodyPr wrap="square" lIns="73801" tIns="36900" rIns="73801" bIns="36900">
              <a:spAutoFit/>
            </a:bodyPr>
            <a:lstStyle/>
            <a:p>
              <a:r>
                <a:rPr lang="en-US" sz="1614">
                  <a:ln w="0"/>
                </a:rPr>
                <a:t>Multi-objective</a:t>
              </a:r>
            </a:p>
          </p:txBody>
        </p:sp>
      </p:grpSp>
      <p:sp>
        <p:nvSpPr>
          <p:cNvPr id="20" name="Rectangle 19">
            <a:extLst>
              <a:ext uri="{FF2B5EF4-FFF2-40B4-BE49-F238E27FC236}">
                <a16:creationId xmlns:a16="http://schemas.microsoft.com/office/drawing/2014/main" id="{44DA741D-7063-0282-0FC5-E4AFDE5D1FD9}"/>
              </a:ext>
            </a:extLst>
          </p:cNvPr>
          <p:cNvSpPr/>
          <p:nvPr/>
        </p:nvSpPr>
        <p:spPr>
          <a:xfrm>
            <a:off x="7615561" y="3978776"/>
            <a:ext cx="1997643" cy="571323"/>
          </a:xfrm>
          <a:prstGeom prst="rect">
            <a:avLst/>
          </a:prstGeom>
          <a:solidFill>
            <a:schemeClr val="bg1"/>
          </a:solidFill>
          <a:ln>
            <a:solidFill>
              <a:schemeClr val="tx1"/>
            </a:solid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cxnSp>
        <p:nvCxnSpPr>
          <p:cNvPr id="8" name="Straight Connector 7">
            <a:extLst>
              <a:ext uri="{FF2B5EF4-FFF2-40B4-BE49-F238E27FC236}">
                <a16:creationId xmlns:a16="http://schemas.microsoft.com/office/drawing/2014/main" id="{F78598DD-C00E-1890-0569-41EED7D74A6F}"/>
              </a:ext>
            </a:extLst>
          </p:cNvPr>
          <p:cNvCxnSpPr>
            <a:cxnSpLocks/>
          </p:cNvCxnSpPr>
          <p:nvPr/>
        </p:nvCxnSpPr>
        <p:spPr>
          <a:xfrm>
            <a:off x="4029918" y="1986049"/>
            <a:ext cx="0" cy="1427712"/>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D3DC88F-24D3-FD2D-45F4-438C6570D53B}"/>
              </a:ext>
            </a:extLst>
          </p:cNvPr>
          <p:cNvCxnSpPr>
            <a:cxnSpLocks/>
          </p:cNvCxnSpPr>
          <p:nvPr/>
        </p:nvCxnSpPr>
        <p:spPr>
          <a:xfrm>
            <a:off x="7013958" y="2056160"/>
            <a:ext cx="0" cy="1343016"/>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F996B16-19E1-B656-FCF5-802DC545342F}"/>
              </a:ext>
            </a:extLst>
          </p:cNvPr>
          <p:cNvCxnSpPr/>
          <p:nvPr/>
        </p:nvCxnSpPr>
        <p:spPr>
          <a:xfrm>
            <a:off x="2882304" y="3481173"/>
            <a:ext cx="4707384"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053DDAA9-2AA1-F87B-1F3D-D3EC43D6D4BF}"/>
              </a:ext>
            </a:extLst>
          </p:cNvPr>
          <p:cNvCxnSpPr>
            <a:cxnSpLocks/>
          </p:cNvCxnSpPr>
          <p:nvPr/>
        </p:nvCxnSpPr>
        <p:spPr>
          <a:xfrm>
            <a:off x="7566357" y="3587778"/>
            <a:ext cx="0" cy="236189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3F5F053-6C21-4EE1-2E90-B6B92C758E7B}"/>
              </a:ext>
            </a:extLst>
          </p:cNvPr>
          <p:cNvCxnSpPr>
            <a:cxnSpLocks/>
          </p:cNvCxnSpPr>
          <p:nvPr/>
        </p:nvCxnSpPr>
        <p:spPr>
          <a:xfrm>
            <a:off x="7615561" y="3902775"/>
            <a:ext cx="2100358" cy="0"/>
          </a:xfrm>
          <a:prstGeom prst="line">
            <a:avLst/>
          </a:prstGeom>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32210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BB94-B89F-835F-7A49-591CD3F9C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CECA7-FE5B-7739-7224-FEB75AD6CD2E}"/>
              </a:ext>
            </a:extLst>
          </p:cNvPr>
          <p:cNvSpPr>
            <a:spLocks noGrp="1"/>
          </p:cNvSpPr>
          <p:nvPr>
            <p:ph type="title"/>
          </p:nvPr>
        </p:nvSpPr>
        <p:spPr/>
        <p:txBody>
          <a:bodyPr>
            <a:noAutofit/>
          </a:bodyPr>
          <a:lstStyle/>
          <a:p>
            <a:r>
              <a:rPr lang="en-US" sz="3600"/>
              <a:t>Real-world materials discovery tasks such as alloy design</a:t>
            </a:r>
            <a:br>
              <a:rPr lang="en-US" sz="3600"/>
            </a:br>
            <a:r>
              <a:rPr lang="en-US" sz="3600"/>
              <a:t>require more than “vanilla” optimization</a:t>
            </a:r>
          </a:p>
        </p:txBody>
      </p:sp>
      <p:sp>
        <p:nvSpPr>
          <p:cNvPr id="19" name="Rectangle 18">
            <a:extLst>
              <a:ext uri="{FF2B5EF4-FFF2-40B4-BE49-F238E27FC236}">
                <a16:creationId xmlns:a16="http://schemas.microsoft.com/office/drawing/2014/main" id="{19EA4F06-4966-EE76-AB9B-87C846040CA3}"/>
              </a:ext>
            </a:extLst>
          </p:cNvPr>
          <p:cNvSpPr/>
          <p:nvPr/>
        </p:nvSpPr>
        <p:spPr>
          <a:xfrm>
            <a:off x="4638627" y="5054726"/>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22" name="Rectangle 21">
            <a:extLst>
              <a:ext uri="{FF2B5EF4-FFF2-40B4-BE49-F238E27FC236}">
                <a16:creationId xmlns:a16="http://schemas.microsoft.com/office/drawing/2014/main" id="{079F4F3C-360E-FED5-7CBB-5F43C015610E}"/>
              </a:ext>
            </a:extLst>
          </p:cNvPr>
          <p:cNvSpPr/>
          <p:nvPr/>
        </p:nvSpPr>
        <p:spPr>
          <a:xfrm>
            <a:off x="2774418" y="3545699"/>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27" name="Rectangle 26">
            <a:extLst>
              <a:ext uri="{FF2B5EF4-FFF2-40B4-BE49-F238E27FC236}">
                <a16:creationId xmlns:a16="http://schemas.microsoft.com/office/drawing/2014/main" id="{21F025FA-DC30-405D-C5F2-29B141C5A653}"/>
              </a:ext>
            </a:extLst>
          </p:cNvPr>
          <p:cNvSpPr/>
          <p:nvPr/>
        </p:nvSpPr>
        <p:spPr>
          <a:xfrm>
            <a:off x="7055410" y="1986044"/>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35" name="Rectangle 34">
            <a:extLst>
              <a:ext uri="{FF2B5EF4-FFF2-40B4-BE49-F238E27FC236}">
                <a16:creationId xmlns:a16="http://schemas.microsoft.com/office/drawing/2014/main" id="{ED47D77C-6CAE-CD65-16F2-0322777FF783}"/>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4" name="Rectangle 33">
            <a:extLst>
              <a:ext uri="{FF2B5EF4-FFF2-40B4-BE49-F238E27FC236}">
                <a16:creationId xmlns:a16="http://schemas.microsoft.com/office/drawing/2014/main" id="{23B23BE2-DF26-7A29-A703-4E9876C2DD1F}"/>
              </a:ext>
            </a:extLst>
          </p:cNvPr>
          <p:cNvSpPr/>
          <p:nvPr/>
        </p:nvSpPr>
        <p:spPr>
          <a:xfrm>
            <a:off x="5205186" y="1942577"/>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20" name="Rectangle 19">
            <a:extLst>
              <a:ext uri="{FF2B5EF4-FFF2-40B4-BE49-F238E27FC236}">
                <a16:creationId xmlns:a16="http://schemas.microsoft.com/office/drawing/2014/main" id="{000D0818-6E31-F6B5-3644-B1890994C102}"/>
              </a:ext>
            </a:extLst>
          </p:cNvPr>
          <p:cNvSpPr/>
          <p:nvPr/>
        </p:nvSpPr>
        <p:spPr>
          <a:xfrm>
            <a:off x="7615561" y="3978776"/>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spTree>
    <p:custDataLst>
      <p:tags r:id="rId1"/>
    </p:custDataLst>
    <p:extLst>
      <p:ext uri="{BB962C8B-B14F-4D97-AF65-F5344CB8AC3E}">
        <p14:creationId xmlns:p14="http://schemas.microsoft.com/office/powerpoint/2010/main" val="90694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2.96296E-6 L -0.23033 0.12176 " pathEditMode="relative" rAng="0" ptsTypes="AA">
                                      <p:cBhvr>
                                        <p:cTn id="6" dur="1000" fill="hold"/>
                                        <p:tgtEl>
                                          <p:spTgt spid="34"/>
                                        </p:tgtEl>
                                        <p:attrNameLst>
                                          <p:attrName>ppt_x</p:attrName>
                                          <p:attrName>ppt_y</p:attrName>
                                        </p:attrNameLst>
                                      </p:cBhvr>
                                      <p:rCtr x="-11523" y="6088"/>
                                    </p:animMotion>
                                  </p:childTnLst>
                                </p:cTn>
                              </p:par>
                              <p:par>
                                <p:cTn id="7" presetID="42" presetClass="path" presetSubtype="0" accel="50000" decel="50000" fill="hold" grpId="0" nodeType="withEffect">
                                  <p:stCondLst>
                                    <p:cond delay="0"/>
                                  </p:stCondLst>
                                  <p:childTnLst>
                                    <p:animMotion origin="layout" path="M -3.54167E-6 5.55112E-17 L -0.38177 0.21181 " pathEditMode="relative" rAng="0" ptsTypes="AA">
                                      <p:cBhvr>
                                        <p:cTn id="8" dur="1000" fill="hold"/>
                                        <p:tgtEl>
                                          <p:spTgt spid="27"/>
                                        </p:tgtEl>
                                        <p:attrNameLst>
                                          <p:attrName>ppt_x</p:attrName>
                                          <p:attrName>ppt_y</p:attrName>
                                        </p:attrNameLst>
                                      </p:cBhvr>
                                      <p:rCtr x="-19089" y="10579"/>
                                    </p:animMotion>
                                  </p:childTnLst>
                                </p:cTn>
                              </p:par>
                              <p:par>
                                <p:cTn id="9" presetID="42" presetClass="path" presetSubtype="0" accel="50000" decel="50000" fill="hold" grpId="0" nodeType="withEffect">
                                  <p:stCondLst>
                                    <p:cond delay="0"/>
                                  </p:stCondLst>
                                  <p:childTnLst>
                                    <p:animMotion origin="layout" path="M -3.33333E-6 -4.81481E-6 L -0.02981 0.08334 " pathEditMode="relative" rAng="0" ptsTypes="AA">
                                      <p:cBhvr>
                                        <p:cTn id="10" dur="1000" fill="hold"/>
                                        <p:tgtEl>
                                          <p:spTgt spid="22"/>
                                        </p:tgtEl>
                                        <p:attrNameLst>
                                          <p:attrName>ppt_x</p:attrName>
                                          <p:attrName>ppt_y</p:attrName>
                                        </p:attrNameLst>
                                      </p:cBhvr>
                                      <p:rCtr x="-1497" y="4167"/>
                                    </p:animMotion>
                                  </p:childTnLst>
                                </p:cTn>
                              </p:par>
                              <p:par>
                                <p:cTn id="11" presetID="42" presetClass="path" presetSubtype="0" accel="50000" decel="50000" fill="hold" grpId="0" nodeType="withEffect">
                                  <p:stCondLst>
                                    <p:cond delay="0"/>
                                  </p:stCondLst>
                                  <p:childTnLst>
                                    <p:animMotion origin="layout" path="M -2.70833E-6 3.33333E-6 L -0.18307 -0.03936 " pathEditMode="relative" rAng="0" ptsTypes="AA">
                                      <p:cBhvr>
                                        <p:cTn id="12" dur="1000" fill="hold"/>
                                        <p:tgtEl>
                                          <p:spTgt spid="19"/>
                                        </p:tgtEl>
                                        <p:attrNameLst>
                                          <p:attrName>ppt_x</p:attrName>
                                          <p:attrName>ppt_y</p:attrName>
                                        </p:attrNameLst>
                                      </p:cBhvr>
                                      <p:rCtr x="-9154" y="-1968"/>
                                    </p:animMotion>
                                  </p:childTnLst>
                                </p:cTn>
                              </p:par>
                              <p:par>
                                <p:cTn id="13" presetID="42" presetClass="path" presetSubtype="0" accel="50000" decel="50000" fill="hold" grpId="0" nodeType="withEffect">
                                  <p:stCondLst>
                                    <p:cond delay="0"/>
                                  </p:stCondLst>
                                  <p:childTnLst>
                                    <p:animMotion origin="layout" path="M 2.08333E-6 7.40741E-7 L -0.42774 0.2162 " pathEditMode="relative" rAng="0" ptsTypes="AA">
                                      <p:cBhvr>
                                        <p:cTn id="14" dur="1000" fill="hold"/>
                                        <p:tgtEl>
                                          <p:spTgt spid="20"/>
                                        </p:tgtEl>
                                        <p:attrNameLst>
                                          <p:attrName>ppt_x</p:attrName>
                                          <p:attrName>ppt_y</p:attrName>
                                        </p:attrNameLst>
                                      </p:cBhvr>
                                      <p:rCtr x="-21393" y="108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7" grpId="0" animBg="1"/>
      <p:bldP spid="34"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C85E-62F0-8639-5055-3093FE115C28}"/>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7438C060-D318-7044-D643-59FE89ECF545}"/>
              </a:ext>
            </a:extLst>
          </p:cNvPr>
          <p:cNvSpPr>
            <a:spLocks noGrp="1"/>
          </p:cNvSpPr>
          <p:nvPr>
            <p:ph type="title"/>
          </p:nvPr>
        </p:nvSpPr>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8D2A482C-F293-9783-E479-42BCE7E9D9C7}"/>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2D4A039F-1E10-653A-AE8F-C4EFA981C479}"/>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415AA6B7-35F5-8917-24AB-601FD0404FCB}"/>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E11C3ADA-B5C5-6359-CB5A-F136621E1DC0}"/>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859AD7BD-6F70-7881-7020-BB919CBD2C03}"/>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D476D6D7-8A61-3828-2187-EF6798D7AB5D}"/>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204D2F3E-65A6-E2F6-A1C3-C0E4654EF30F}"/>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dirty="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223ACA06-F0B3-20CC-C017-F97D9B4BE1D7}"/>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AE01D220-F1F4-A652-AE45-CEA56BFC0448}"/>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01D3CA85-3AB5-FB5D-A383-04A6AA9290A0}"/>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FE08B5BA-5E68-C01A-9617-09F8EA19426A}"/>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19EB1525-630F-40EA-ACA6-841F4C5D3C36}"/>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Tree>
    <p:custDataLst>
      <p:tags r:id="rId1"/>
    </p:custDataLst>
    <p:extLst>
      <p:ext uri="{BB962C8B-B14F-4D97-AF65-F5344CB8AC3E}">
        <p14:creationId xmlns:p14="http://schemas.microsoft.com/office/powerpoint/2010/main" val="259921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E003-4546-8F77-E5D9-D92C7C496086}"/>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DC1CA5BC-3DB7-E153-CFCD-987B97A88480}"/>
              </a:ext>
            </a:extLst>
          </p:cNvPr>
          <p:cNvSpPr>
            <a:spLocks noGrp="1"/>
          </p:cNvSpPr>
          <p:nvPr>
            <p:ph type="title"/>
          </p:nvPr>
        </p:nvSpPr>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98BCC803-D718-C73C-F177-E7136A4A0F27}"/>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40395454-7ABE-DD20-E9ED-9F27BAD89B17}"/>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2854065E-9D1B-4FD3-39F5-6CECF8CA7341}"/>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0421A2A1-3451-DA23-DCAE-1A871F0D130E}"/>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C9CB23AD-53A6-495B-DA60-08E3EF307EFC}"/>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8926182D-48CF-DB95-D546-B14D27DF6A02}"/>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211C6F4B-BEAE-C491-4CE5-98EBDD5624ED}"/>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012E0768-AD67-8B48-6A1D-88060015E0F0}"/>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81041A64-9F7E-3EC7-B42F-84BF3C9253F6}"/>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5B972A84-7B6C-C4EE-A6D9-968E5A960B1E}"/>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1A45D76E-DA64-658D-976B-1118A6978FAA}"/>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688F825B-9794-9595-B71A-6541CA587B04}"/>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2" name="Rectangle 1">
            <a:extLst>
              <a:ext uri="{FF2B5EF4-FFF2-40B4-BE49-F238E27FC236}">
                <a16:creationId xmlns:a16="http://schemas.microsoft.com/office/drawing/2014/main" id="{9CD5C488-AF99-F02F-7A4C-287EF85F133D}"/>
              </a:ext>
            </a:extLst>
          </p:cNvPr>
          <p:cNvSpPr/>
          <p:nvPr/>
        </p:nvSpPr>
        <p:spPr>
          <a:xfrm>
            <a:off x="7340567" y="1587845"/>
            <a:ext cx="859213" cy="431946"/>
          </a:xfrm>
          <a:prstGeom prst="rect">
            <a:avLst/>
          </a:prstGeom>
          <a:noFill/>
        </p:spPr>
        <p:txBody>
          <a:bodyPr wrap="none" lIns="61120" tIns="30560" rIns="61120" bIns="30560">
            <a:spAutoFit/>
          </a:bodyPr>
          <a:lstStyle/>
          <a:p>
            <a:pPr algn="ctr"/>
            <a:r>
              <a:rPr lang="en-US" sz="2406">
                <a:ln w="0"/>
              </a:rPr>
              <a:t>Basic</a:t>
            </a:r>
          </a:p>
        </p:txBody>
      </p:sp>
    </p:spTree>
    <p:extLst>
      <p:ext uri="{BB962C8B-B14F-4D97-AF65-F5344CB8AC3E}">
        <p14:creationId xmlns:p14="http://schemas.microsoft.com/office/powerpoint/2010/main" val="31717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4274-4A1C-05F9-0095-E46C5D1FB049}"/>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F8913F42-138F-57EE-70AB-121D12A35CA6}"/>
              </a:ext>
            </a:extLst>
          </p:cNvPr>
          <p:cNvSpPr>
            <a:spLocks noGrp="1"/>
          </p:cNvSpPr>
          <p:nvPr>
            <p:ph type="title"/>
          </p:nvPr>
        </p:nvSpPr>
        <p:spPr>
          <a:xfrm>
            <a:off x="385486" y="408953"/>
            <a:ext cx="11421028" cy="864035"/>
          </a:xfrm>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A0407D44-BCEA-3A0D-A473-A37DC5F5E149}"/>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2ABB5AB6-7BCB-8C2B-E19D-0C82CE1A049D}"/>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9C11C648-A073-CE64-D4FF-EDFB22C33310}"/>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78B11D6E-9342-C0CC-6700-CC1EE5F1A61B}"/>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59DA1AA6-90A1-AFA6-AEFD-E405BF8F9F62}"/>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0CA43520-F610-49AE-C9B4-411CA51977B2}"/>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D17AF147-30D9-7F0C-5567-701B2D8EB989}"/>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292F990B-65AE-5773-8170-FE4EEF5D420F}"/>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316EE205-7CD8-2B5A-9661-A2105E1AEA5D}"/>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FC203DC1-F2DD-14B9-4290-236B75B7DC3A}"/>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CD8B88F4-1F01-6BE2-B342-A5DC1112FE46}"/>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9AE5C8F6-DC6E-3AD0-494B-BCCD47CE9C94}"/>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2" name="Rectangle 1">
            <a:extLst>
              <a:ext uri="{FF2B5EF4-FFF2-40B4-BE49-F238E27FC236}">
                <a16:creationId xmlns:a16="http://schemas.microsoft.com/office/drawing/2014/main" id="{B37197E3-FC41-345A-0AED-FCF6A2EAA766}"/>
              </a:ext>
            </a:extLst>
          </p:cNvPr>
          <p:cNvSpPr/>
          <p:nvPr/>
        </p:nvSpPr>
        <p:spPr>
          <a:xfrm>
            <a:off x="7046931" y="1587845"/>
            <a:ext cx="1446488" cy="431946"/>
          </a:xfrm>
          <a:prstGeom prst="rect">
            <a:avLst/>
          </a:prstGeom>
          <a:noFill/>
        </p:spPr>
        <p:txBody>
          <a:bodyPr wrap="none" lIns="61120" tIns="30560" rIns="61120" bIns="30560">
            <a:spAutoFit/>
          </a:bodyPr>
          <a:lstStyle/>
          <a:p>
            <a:pPr algn="ctr"/>
            <a:r>
              <a:rPr lang="en-US" sz="2406">
                <a:ln w="0"/>
              </a:rPr>
              <a:t>Advanced</a:t>
            </a:r>
          </a:p>
        </p:txBody>
      </p:sp>
    </p:spTree>
    <p:extLst>
      <p:ext uri="{BB962C8B-B14F-4D97-AF65-F5344CB8AC3E}">
        <p14:creationId xmlns:p14="http://schemas.microsoft.com/office/powerpoint/2010/main" val="1190700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EA93-5206-E38E-C21D-D6C643197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B9647-1837-9AA6-B253-8F52FA3E74EA}"/>
              </a:ext>
            </a:extLst>
          </p:cNvPr>
          <p:cNvSpPr>
            <a:spLocks noGrp="1"/>
          </p:cNvSpPr>
          <p:nvPr>
            <p:ph type="title"/>
          </p:nvPr>
        </p:nvSpPr>
        <p:spPr/>
        <p:txBody>
          <a:bodyPr>
            <a:normAutofit/>
          </a:bodyPr>
          <a:lstStyle/>
          <a:p>
            <a:r>
              <a:rPr lang="en-CA" sz="3600" err="1"/>
              <a:t>Honegumi</a:t>
            </a:r>
            <a:r>
              <a:rPr lang="en-CA" sz="3600"/>
              <a:t> lets you quickly create advanced BO examples</a:t>
            </a:r>
          </a:p>
        </p:txBody>
      </p:sp>
      <p:sp>
        <p:nvSpPr>
          <p:cNvPr id="3" name="Footer Placeholder 2">
            <a:extLst>
              <a:ext uri="{FF2B5EF4-FFF2-40B4-BE49-F238E27FC236}">
                <a16:creationId xmlns:a16="http://schemas.microsoft.com/office/drawing/2014/main" id="{EBD78FD4-5C8B-2AA6-D64C-DE6A1C6DC6BF}"/>
              </a:ext>
            </a:extLst>
          </p:cNvPr>
          <p:cNvSpPr>
            <a:spLocks noGrp="1"/>
          </p:cNvSpPr>
          <p:nvPr>
            <p:ph type="ftr" sz="quarter" idx="4294967295"/>
          </p:nvPr>
        </p:nvSpPr>
        <p:spPr>
          <a:xfrm>
            <a:off x="4134338" y="6406678"/>
            <a:ext cx="4114800" cy="365125"/>
          </a:xfrm>
        </p:spPr>
        <p:txBody>
          <a:bodyPr/>
          <a:lstStyle/>
          <a:p>
            <a:r>
              <a:rPr lang="en-US"/>
              <a:t>https://honegumi.readthedocs.io/</a:t>
            </a:r>
          </a:p>
        </p:txBody>
      </p:sp>
      <p:pic>
        <p:nvPicPr>
          <p:cNvPr id="10" name="Picture 9">
            <a:extLst>
              <a:ext uri="{FF2B5EF4-FFF2-40B4-BE49-F238E27FC236}">
                <a16:creationId xmlns:a16="http://schemas.microsoft.com/office/drawing/2014/main" id="{FAC16590-FD62-84A3-736B-029508FC0D32}"/>
              </a:ext>
            </a:extLst>
          </p:cNvPr>
          <p:cNvPicPr>
            <a:picLocks noChangeAspect="1"/>
          </p:cNvPicPr>
          <p:nvPr/>
        </p:nvPicPr>
        <p:blipFill>
          <a:blip r:embed="rId4"/>
          <a:stretch>
            <a:fillRect/>
          </a:stretch>
        </p:blipFill>
        <p:spPr>
          <a:xfrm>
            <a:off x="2353722" y="3803261"/>
            <a:ext cx="3319412" cy="2514691"/>
          </a:xfrm>
          <a:prstGeom prst="rect">
            <a:avLst/>
          </a:prstGeom>
        </p:spPr>
      </p:pic>
      <p:graphicFrame>
        <p:nvGraphicFramePr>
          <p:cNvPr id="11" name="Table 23">
            <a:extLst>
              <a:ext uri="{FF2B5EF4-FFF2-40B4-BE49-F238E27FC236}">
                <a16:creationId xmlns:a16="http://schemas.microsoft.com/office/drawing/2014/main" id="{465F7890-99D1-D980-06ED-C6A0897A3EA3}"/>
              </a:ext>
            </a:extLst>
          </p:cNvPr>
          <p:cNvGraphicFramePr>
            <a:graphicFrameLocks noGrp="1"/>
          </p:cNvGraphicFramePr>
          <p:nvPr/>
        </p:nvGraphicFramePr>
        <p:xfrm>
          <a:off x="6368629" y="1600516"/>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900">
                          <a:solidFill>
                            <a:schemeClr val="tx1"/>
                          </a:solidFill>
                        </a:rPr>
                        <a:t>Multi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12" name="Table 11">
            <a:extLst>
              <a:ext uri="{FF2B5EF4-FFF2-40B4-BE49-F238E27FC236}">
                <a16:creationId xmlns:a16="http://schemas.microsoft.com/office/drawing/2014/main" id="{6F97D34A-7A36-45FD-C09D-2A35AFF1174B}"/>
              </a:ext>
            </a:extLst>
          </p:cNvPr>
          <p:cNvGraphicFramePr>
            <a:graphicFrameLocks noGrp="1"/>
          </p:cNvGraphicFramePr>
          <p:nvPr/>
        </p:nvGraphicFramePr>
        <p:xfrm>
          <a:off x="6368629" y="1945002"/>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755546"/>
                  </a:ext>
                </a:extLst>
              </a:tr>
            </a:tbl>
          </a:graphicData>
        </a:graphic>
      </p:graphicFrame>
      <p:graphicFrame>
        <p:nvGraphicFramePr>
          <p:cNvPr id="13" name="Table 12">
            <a:extLst>
              <a:ext uri="{FF2B5EF4-FFF2-40B4-BE49-F238E27FC236}">
                <a16:creationId xmlns:a16="http://schemas.microsoft.com/office/drawing/2014/main" id="{1E6F7520-B05D-1847-1D65-B659674A4166}"/>
              </a:ext>
            </a:extLst>
          </p:cNvPr>
          <p:cNvGraphicFramePr>
            <a:graphicFrameLocks noGrp="1"/>
          </p:cNvGraphicFramePr>
          <p:nvPr/>
        </p:nvGraphicFramePr>
        <p:xfrm>
          <a:off x="6368629" y="229006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14" name="Table 13">
            <a:extLst>
              <a:ext uri="{FF2B5EF4-FFF2-40B4-BE49-F238E27FC236}">
                <a16:creationId xmlns:a16="http://schemas.microsoft.com/office/drawing/2014/main" id="{E0538B0C-F9A4-5162-F0BC-09039EDC3302}"/>
              </a:ext>
            </a:extLst>
          </p:cNvPr>
          <p:cNvGraphicFramePr>
            <a:graphicFrameLocks noGrp="1"/>
          </p:cNvGraphicFramePr>
          <p:nvPr/>
        </p:nvGraphicFramePr>
        <p:xfrm>
          <a:off x="6368629" y="2638803"/>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15" name="Table 14">
            <a:extLst>
              <a:ext uri="{FF2B5EF4-FFF2-40B4-BE49-F238E27FC236}">
                <a16:creationId xmlns:a16="http://schemas.microsoft.com/office/drawing/2014/main" id="{003060C4-3BC8-6C06-A94A-70B823E1036C}"/>
              </a:ext>
            </a:extLst>
          </p:cNvPr>
          <p:cNvGraphicFramePr>
            <a:graphicFrameLocks noGrp="1"/>
          </p:cNvGraphicFramePr>
          <p:nvPr/>
        </p:nvGraphicFramePr>
        <p:xfrm>
          <a:off x="6368629" y="2988011"/>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16" name="Table 15">
            <a:extLst>
              <a:ext uri="{FF2B5EF4-FFF2-40B4-BE49-F238E27FC236}">
                <a16:creationId xmlns:a16="http://schemas.microsoft.com/office/drawing/2014/main" id="{3DDF7841-08E1-BBED-151F-6E233F778D47}"/>
              </a:ext>
            </a:extLst>
          </p:cNvPr>
          <p:cNvGraphicFramePr>
            <a:graphicFrameLocks noGrp="1"/>
          </p:cNvGraphicFramePr>
          <p:nvPr/>
        </p:nvGraphicFramePr>
        <p:xfrm>
          <a:off x="6368629" y="3335724"/>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3">
            <a:extLst>
              <a:ext uri="{FF2B5EF4-FFF2-40B4-BE49-F238E27FC236}">
                <a16:creationId xmlns:a16="http://schemas.microsoft.com/office/drawing/2014/main" id="{A711E19E-35EC-0B9E-E49C-083C90FAEDBC}"/>
              </a:ext>
            </a:extLst>
          </p:cNvPr>
          <p:cNvGraphicFramePr>
            <a:graphicFrameLocks noGrp="1"/>
          </p:cNvGraphicFramePr>
          <p:nvPr/>
        </p:nvGraphicFramePr>
        <p:xfrm>
          <a:off x="2353722" y="1604795"/>
          <a:ext cx="3317962" cy="70136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r h="346349">
                <a:tc>
                  <a:txBody>
                    <a:bodyPr/>
                    <a:lstStyle/>
                    <a:p>
                      <a:pPr algn="ctr"/>
                      <a:endParaRPr lang="en-CA" sz="1900">
                        <a:solidFill>
                          <a:schemeClr val="tx1"/>
                        </a:solidFill>
                      </a:endParaRP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900">
                        <a:solidFill>
                          <a:schemeClr val="tx1"/>
                        </a:solidFill>
                      </a:endParaRP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384119"/>
                  </a:ext>
                </a:extLst>
              </a:tr>
            </a:tbl>
          </a:graphicData>
        </a:graphic>
      </p:graphicFrame>
      <p:graphicFrame>
        <p:nvGraphicFramePr>
          <p:cNvPr id="26" name="Table 25">
            <a:extLst>
              <a:ext uri="{FF2B5EF4-FFF2-40B4-BE49-F238E27FC236}">
                <a16:creationId xmlns:a16="http://schemas.microsoft.com/office/drawing/2014/main" id="{DA52531B-49A2-59AE-0542-C4BFC11DCEA9}"/>
              </a:ext>
            </a:extLst>
          </p:cNvPr>
          <p:cNvGraphicFramePr>
            <a:graphicFrameLocks noGrp="1"/>
          </p:cNvGraphicFramePr>
          <p:nvPr/>
        </p:nvGraphicFramePr>
        <p:xfrm>
          <a:off x="2353722" y="1950978"/>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7" name="Table 26">
            <a:extLst>
              <a:ext uri="{FF2B5EF4-FFF2-40B4-BE49-F238E27FC236}">
                <a16:creationId xmlns:a16="http://schemas.microsoft.com/office/drawing/2014/main" id="{3A95CE4E-C9F5-3A17-5E7E-E5466798FBCF}"/>
              </a:ext>
            </a:extLst>
          </p:cNvPr>
          <p:cNvGraphicFramePr>
            <a:graphicFrameLocks noGrp="1"/>
          </p:cNvGraphicFramePr>
          <p:nvPr/>
        </p:nvGraphicFramePr>
        <p:xfrm>
          <a:off x="2353722" y="2296036"/>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D52E9BE0-0AE8-79F4-9203-2038A43B8733}"/>
              </a:ext>
            </a:extLst>
          </p:cNvPr>
          <p:cNvGraphicFramePr>
            <a:graphicFrameLocks noGrp="1"/>
          </p:cNvGraphicFramePr>
          <p:nvPr/>
        </p:nvGraphicFramePr>
        <p:xfrm>
          <a:off x="2353722" y="264478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E31B2EC9-6610-F731-1156-0578A6596BC1}"/>
              </a:ext>
            </a:extLst>
          </p:cNvPr>
          <p:cNvGraphicFramePr>
            <a:graphicFrameLocks noGrp="1"/>
          </p:cNvGraphicFramePr>
          <p:nvPr/>
        </p:nvGraphicFramePr>
        <p:xfrm>
          <a:off x="2353722" y="2993987"/>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30" name="Table 29">
            <a:extLst>
              <a:ext uri="{FF2B5EF4-FFF2-40B4-BE49-F238E27FC236}">
                <a16:creationId xmlns:a16="http://schemas.microsoft.com/office/drawing/2014/main" id="{C15A88C4-0EBD-58F0-933C-1FC2D3029E15}"/>
              </a:ext>
            </a:extLst>
          </p:cNvPr>
          <p:cNvGraphicFramePr>
            <a:graphicFrameLocks noGrp="1"/>
          </p:cNvGraphicFramePr>
          <p:nvPr/>
        </p:nvGraphicFramePr>
        <p:xfrm>
          <a:off x="2353722" y="334170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31" name="Rectangle 30">
            <a:extLst>
              <a:ext uri="{FF2B5EF4-FFF2-40B4-BE49-F238E27FC236}">
                <a16:creationId xmlns:a16="http://schemas.microsoft.com/office/drawing/2014/main" id="{0B8E90F1-E2A4-6781-469F-A95C228F2B86}"/>
              </a:ext>
            </a:extLst>
          </p:cNvPr>
          <p:cNvSpPr/>
          <p:nvPr/>
        </p:nvSpPr>
        <p:spPr>
          <a:xfrm>
            <a:off x="3583096" y="1169904"/>
            <a:ext cx="859213" cy="431946"/>
          </a:xfrm>
          <a:prstGeom prst="rect">
            <a:avLst/>
          </a:prstGeom>
          <a:noFill/>
        </p:spPr>
        <p:txBody>
          <a:bodyPr wrap="none" lIns="61120" tIns="30560" rIns="61120" bIns="30560">
            <a:spAutoFit/>
          </a:bodyPr>
          <a:lstStyle/>
          <a:p>
            <a:pPr algn="ctr"/>
            <a:r>
              <a:rPr lang="en-US" sz="2406">
                <a:ln w="0"/>
              </a:rPr>
              <a:t>Basic</a:t>
            </a:r>
          </a:p>
        </p:txBody>
      </p:sp>
      <p:sp>
        <p:nvSpPr>
          <p:cNvPr id="32" name="Rectangle 31">
            <a:extLst>
              <a:ext uri="{FF2B5EF4-FFF2-40B4-BE49-F238E27FC236}">
                <a16:creationId xmlns:a16="http://schemas.microsoft.com/office/drawing/2014/main" id="{7779EAA6-4111-D0C9-C7B7-1E79D672A620}"/>
              </a:ext>
            </a:extLst>
          </p:cNvPr>
          <p:cNvSpPr/>
          <p:nvPr/>
        </p:nvSpPr>
        <p:spPr>
          <a:xfrm>
            <a:off x="7304368" y="1169904"/>
            <a:ext cx="1446488" cy="431946"/>
          </a:xfrm>
          <a:prstGeom prst="rect">
            <a:avLst/>
          </a:prstGeom>
          <a:noFill/>
        </p:spPr>
        <p:txBody>
          <a:bodyPr wrap="none" lIns="61120" tIns="30560" rIns="61120" bIns="30560">
            <a:spAutoFit/>
          </a:bodyPr>
          <a:lstStyle/>
          <a:p>
            <a:pPr algn="ctr"/>
            <a:r>
              <a:rPr lang="en-US" sz="2406">
                <a:ln w="0"/>
              </a:rPr>
              <a:t>Advanced</a:t>
            </a:r>
          </a:p>
        </p:txBody>
      </p:sp>
      <p:grpSp>
        <p:nvGrpSpPr>
          <p:cNvPr id="40" name="Group 39">
            <a:extLst>
              <a:ext uri="{FF2B5EF4-FFF2-40B4-BE49-F238E27FC236}">
                <a16:creationId xmlns:a16="http://schemas.microsoft.com/office/drawing/2014/main" id="{FDCF1A22-A752-E6EC-96E2-64C0333631FA}"/>
              </a:ext>
            </a:extLst>
          </p:cNvPr>
          <p:cNvGrpSpPr/>
          <p:nvPr/>
        </p:nvGrpSpPr>
        <p:grpSpPr>
          <a:xfrm>
            <a:off x="6253222" y="3803261"/>
            <a:ext cx="3478756" cy="2514691"/>
            <a:chOff x="6646113" y="5770094"/>
            <a:chExt cx="5093540" cy="3681971"/>
          </a:xfrm>
        </p:grpSpPr>
        <p:pic>
          <p:nvPicPr>
            <p:cNvPr id="18" name="Picture 17">
              <a:extLst>
                <a:ext uri="{FF2B5EF4-FFF2-40B4-BE49-F238E27FC236}">
                  <a16:creationId xmlns:a16="http://schemas.microsoft.com/office/drawing/2014/main" id="{5D471073-91EE-6804-085D-C6E8A95AA8C9}"/>
                </a:ext>
              </a:extLst>
            </p:cNvPr>
            <p:cNvPicPr>
              <a:picLocks noChangeAspect="1"/>
            </p:cNvPicPr>
            <p:nvPr/>
          </p:nvPicPr>
          <p:blipFill>
            <a:blip r:embed="rId5"/>
            <a:stretch>
              <a:fillRect/>
            </a:stretch>
          </p:blipFill>
          <p:spPr>
            <a:xfrm>
              <a:off x="6646113" y="5770094"/>
              <a:ext cx="5093540" cy="3584511"/>
            </a:xfrm>
            <a:prstGeom prst="rect">
              <a:avLst/>
            </a:prstGeom>
          </p:spPr>
        </p:pic>
        <p:sp>
          <p:nvSpPr>
            <p:cNvPr id="33" name="Rectangle 32">
              <a:extLst>
                <a:ext uri="{FF2B5EF4-FFF2-40B4-BE49-F238E27FC236}">
                  <a16:creationId xmlns:a16="http://schemas.microsoft.com/office/drawing/2014/main" id="{0E9078DC-76D7-D221-E13A-4F2776A85A53}"/>
                </a:ext>
              </a:extLst>
            </p:cNvPr>
            <p:cNvSpPr/>
            <p:nvPr/>
          </p:nvSpPr>
          <p:spPr>
            <a:xfrm>
              <a:off x="6659880" y="6110837"/>
              <a:ext cx="5079773" cy="97460"/>
            </a:xfrm>
            <a:prstGeom prst="rect">
              <a:avLst/>
            </a:prstGeom>
            <a:solidFill>
              <a:srgbClr val="F5F2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p>
          </p:txBody>
        </p:sp>
        <p:sp>
          <p:nvSpPr>
            <p:cNvPr id="34" name="Rectangle 33">
              <a:extLst>
                <a:ext uri="{FF2B5EF4-FFF2-40B4-BE49-F238E27FC236}">
                  <a16:creationId xmlns:a16="http://schemas.microsoft.com/office/drawing/2014/main" id="{9482447D-8B2C-38A7-F8B2-3573C04B5BAF}"/>
                </a:ext>
              </a:extLst>
            </p:cNvPr>
            <p:cNvSpPr/>
            <p:nvPr/>
          </p:nvSpPr>
          <p:spPr>
            <a:xfrm>
              <a:off x="6659880" y="9354605"/>
              <a:ext cx="5079773" cy="97460"/>
            </a:xfrm>
            <a:prstGeom prst="rect">
              <a:avLst/>
            </a:prstGeom>
            <a:solidFill>
              <a:srgbClr val="F5F2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p>
          </p:txBody>
        </p:sp>
      </p:grpSp>
      <p:sp>
        <p:nvSpPr>
          <p:cNvPr id="36" name="Rectangle 35">
            <a:extLst>
              <a:ext uri="{FF2B5EF4-FFF2-40B4-BE49-F238E27FC236}">
                <a16:creationId xmlns:a16="http://schemas.microsoft.com/office/drawing/2014/main" id="{0585B03E-6FFB-2161-B0F0-020480B23D0B}"/>
              </a:ext>
            </a:extLst>
          </p:cNvPr>
          <p:cNvSpPr/>
          <p:nvPr/>
        </p:nvSpPr>
        <p:spPr>
          <a:xfrm>
            <a:off x="3049586" y="4453055"/>
            <a:ext cx="1775473" cy="629929"/>
          </a:xfrm>
          <a:prstGeom prst="rect">
            <a:avLst/>
          </a:prstGeom>
          <a:solidFill>
            <a:srgbClr val="000000">
              <a:alpha val="50196"/>
            </a:srgbClr>
          </a:solidFill>
        </p:spPr>
        <p:txBody>
          <a:bodyPr wrap="square" lIns="73801" tIns="36900" rIns="73801" bIns="36900">
            <a:spAutoFit/>
          </a:bodyPr>
          <a:lstStyle/>
          <a:p>
            <a:pPr algn="ctr"/>
            <a:r>
              <a:rPr lang="en-US" sz="3609">
                <a:ln w="0"/>
                <a:solidFill>
                  <a:schemeClr val="bg1"/>
                </a:solidFill>
              </a:rPr>
              <a:t>21 lines</a:t>
            </a:r>
          </a:p>
        </p:txBody>
      </p:sp>
      <p:sp>
        <p:nvSpPr>
          <p:cNvPr id="37" name="Rectangle 36">
            <a:extLst>
              <a:ext uri="{FF2B5EF4-FFF2-40B4-BE49-F238E27FC236}">
                <a16:creationId xmlns:a16="http://schemas.microsoft.com/office/drawing/2014/main" id="{77DF81FC-1851-BC2C-C13E-80873AE3AB80}"/>
              </a:ext>
            </a:extLst>
          </p:cNvPr>
          <p:cNvSpPr/>
          <p:nvPr/>
        </p:nvSpPr>
        <p:spPr>
          <a:xfrm>
            <a:off x="7204912" y="4455181"/>
            <a:ext cx="1775473" cy="629929"/>
          </a:xfrm>
          <a:prstGeom prst="rect">
            <a:avLst/>
          </a:prstGeom>
          <a:solidFill>
            <a:srgbClr val="000000">
              <a:alpha val="50196"/>
            </a:srgbClr>
          </a:solidFill>
        </p:spPr>
        <p:txBody>
          <a:bodyPr wrap="square" lIns="73801" tIns="36900" rIns="73801" bIns="36900">
            <a:spAutoFit/>
          </a:bodyPr>
          <a:lstStyle/>
          <a:p>
            <a:pPr algn="ctr"/>
            <a:r>
              <a:rPr lang="en-US" sz="3609">
                <a:ln w="0"/>
                <a:solidFill>
                  <a:schemeClr val="bg1"/>
                </a:solidFill>
              </a:rPr>
              <a:t>62 lines</a:t>
            </a:r>
          </a:p>
        </p:txBody>
      </p:sp>
      <p:sp>
        <p:nvSpPr>
          <p:cNvPr id="38" name="Rectangle 37">
            <a:extLst>
              <a:ext uri="{FF2B5EF4-FFF2-40B4-BE49-F238E27FC236}">
                <a16:creationId xmlns:a16="http://schemas.microsoft.com/office/drawing/2014/main" id="{6859274F-A2AE-AA0B-92B8-C1753DD37E5E}"/>
              </a:ext>
            </a:extLst>
          </p:cNvPr>
          <p:cNvSpPr/>
          <p:nvPr/>
        </p:nvSpPr>
        <p:spPr>
          <a:xfrm>
            <a:off x="5612922" y="5677144"/>
            <a:ext cx="676470" cy="740492"/>
          </a:xfrm>
          <a:prstGeom prst="rect">
            <a:avLst/>
          </a:prstGeom>
          <a:noFill/>
        </p:spPr>
        <p:txBody>
          <a:bodyPr wrap="none" lIns="61120" tIns="30560" rIns="61120" bIns="30560">
            <a:spAutoFit/>
          </a:bodyPr>
          <a:lstStyle/>
          <a:p>
            <a:pPr algn="ctr"/>
            <a:r>
              <a:rPr lang="en-US" sz="4411">
                <a:ln w="0"/>
                <a:solidFill>
                  <a:srgbClr val="FF0000"/>
                </a:solidFill>
              </a:rPr>
              <a:t>3x</a:t>
            </a:r>
          </a:p>
        </p:txBody>
      </p:sp>
      <p:sp>
        <p:nvSpPr>
          <p:cNvPr id="39" name="Arrow: Curved Left 38">
            <a:extLst>
              <a:ext uri="{FF2B5EF4-FFF2-40B4-BE49-F238E27FC236}">
                <a16:creationId xmlns:a16="http://schemas.microsoft.com/office/drawing/2014/main" id="{9BF1049E-38A2-D7E0-7BFD-892B1514B06E}"/>
              </a:ext>
            </a:extLst>
          </p:cNvPr>
          <p:cNvSpPr/>
          <p:nvPr/>
        </p:nvSpPr>
        <p:spPr>
          <a:xfrm rot="5400000" flipV="1">
            <a:off x="5712587" y="3167918"/>
            <a:ext cx="707557" cy="4501564"/>
          </a:xfrm>
          <a:prstGeom prst="curved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solidFill>
                <a:schemeClr val="tx1"/>
              </a:solidFill>
            </a:endParaRPr>
          </a:p>
        </p:txBody>
      </p:sp>
      <p:sp>
        <p:nvSpPr>
          <p:cNvPr id="6" name="TextBox 5">
            <a:extLst>
              <a:ext uri="{FF2B5EF4-FFF2-40B4-BE49-F238E27FC236}">
                <a16:creationId xmlns:a16="http://schemas.microsoft.com/office/drawing/2014/main" id="{0A888666-5DE1-D070-724E-8246228FBE74}"/>
              </a:ext>
            </a:extLst>
          </p:cNvPr>
          <p:cNvSpPr txBox="1"/>
          <p:nvPr/>
        </p:nvSpPr>
        <p:spPr>
          <a:xfrm>
            <a:off x="9838278" y="3577848"/>
            <a:ext cx="1844040" cy="914400"/>
          </a:xfrm>
          <a:prstGeom prst="rect">
            <a:avLst/>
          </a:prstGeom>
          <a:noFill/>
        </p:spPr>
        <p:txBody>
          <a:bodyPr wrap="none" rtlCol="0">
            <a:noAutofit/>
          </a:bodyPr>
          <a:lstStyle/>
          <a:p>
            <a:pPr algn="l">
              <a:lnSpc>
                <a:spcPct val="90000"/>
              </a:lnSpc>
              <a:buClr>
                <a:schemeClr val="bg1"/>
              </a:buClr>
              <a:buFont typeface="Aptos" panose="020B0004020202020204" pitchFamily="34" charset="0"/>
              <a:buChar char="‌"/>
            </a:pPr>
            <a:r>
              <a:rPr lang="en-CA" sz="2800" b="1" dirty="0"/>
              <a:t>Pairs well</a:t>
            </a:r>
            <a:br>
              <a:rPr lang="en-CA" sz="2800" b="1" dirty="0"/>
            </a:br>
            <a:r>
              <a:rPr lang="en-CA" sz="2800" b="1" dirty="0"/>
              <a:t>with LLMs</a:t>
            </a:r>
          </a:p>
        </p:txBody>
      </p:sp>
    </p:spTree>
    <p:custDataLst>
      <p:tags r:id="rId1"/>
    </p:custDataLst>
    <p:extLst>
      <p:ext uri="{BB962C8B-B14F-4D97-AF65-F5344CB8AC3E}">
        <p14:creationId xmlns:p14="http://schemas.microsoft.com/office/powerpoint/2010/main" val="355905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p:bldP spid="39"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55F1DF4-EBAA-35AE-9E2B-49629CC42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038" y="1876004"/>
            <a:ext cx="5369944" cy="38689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AA9348-E86F-F425-C0AC-E3709CC7A3B4}"/>
              </a:ext>
            </a:extLst>
          </p:cNvPr>
          <p:cNvSpPr>
            <a:spLocks noGrp="1"/>
          </p:cNvSpPr>
          <p:nvPr>
            <p:ph type="title"/>
          </p:nvPr>
        </p:nvSpPr>
        <p:spPr/>
        <p:txBody>
          <a:bodyPr/>
          <a:lstStyle/>
          <a:p>
            <a:r>
              <a:rPr lang="en-US" dirty="0"/>
              <a:t>Maximize the strength of a 3D printed part</a:t>
            </a:r>
            <a:br>
              <a:rPr lang="en-US" dirty="0"/>
            </a:br>
            <a:r>
              <a:rPr lang="en-US" dirty="0"/>
              <a:t>as a function of internal geometry and printer settings</a:t>
            </a:r>
            <a:br>
              <a:rPr lang="en-US" dirty="0"/>
            </a:br>
            <a:endParaRPr lang="en-US" dirty="0"/>
          </a:p>
        </p:txBody>
      </p:sp>
    </p:spTree>
    <p:extLst>
      <p:ext uri="{BB962C8B-B14F-4D97-AF65-F5344CB8AC3E}">
        <p14:creationId xmlns:p14="http://schemas.microsoft.com/office/powerpoint/2010/main" val="693489825"/>
      </p:ext>
    </p:extLst>
  </p:cSld>
  <p:clrMapOvr>
    <a:masterClrMapping/>
  </p:clrMapOvr>
</p:sld>
</file>

<file path=ppt/tags/tag6.xml><?xml version="1.0" encoding="utf-8"?>
<p:tagLst xmlns:a="http://schemas.openxmlformats.org/drawingml/2006/main" xmlns:r="http://schemas.openxmlformats.org/officeDocument/2006/relationships" xmlns:p="http://schemas.openxmlformats.org/presentationml/2006/main">
  <p:tag name="TIMING" val="|19.2|7.2|5.8|12.9"/>
</p:tagLst>
</file>

<file path=ppt/tags/tag7.xml><?xml version="1.0" encoding="utf-8"?>
<p:tagLst xmlns:a="http://schemas.openxmlformats.org/drawingml/2006/main" xmlns:r="http://schemas.openxmlformats.org/officeDocument/2006/relationships" xmlns:p="http://schemas.openxmlformats.org/presentationml/2006/main">
  <p:tag name="TIMING" val="|1.1"/>
</p:tagLst>
</file>

<file path=ppt/tags/tag8.xml><?xml version="1.0" encoding="utf-8"?>
<p:tagLst xmlns:a="http://schemas.openxmlformats.org/drawingml/2006/main" xmlns:r="http://schemas.openxmlformats.org/officeDocument/2006/relationships" xmlns:p="http://schemas.openxmlformats.org/presentationml/2006/main">
  <p:tag name="TIMING" val="|4.6|1.4|3.3|3|1.8"/>
</p:tagLst>
</file>

<file path=ppt/tags/tag9.xml><?xml version="1.0" encoding="utf-8"?>
<p:tagLst xmlns:a="http://schemas.openxmlformats.org/drawingml/2006/main" xmlns:r="http://schemas.openxmlformats.org/officeDocument/2006/relationships" xmlns:p="http://schemas.openxmlformats.org/presentationml/2006/main">
  <p:tag name="TIMING" val="|10.2|3|1.5|7.2|3.4"/>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otx" id="{583A4490-4107-4867-98B6-E209B4695BA6}" vid="{EEDB0EC2-2D00-4AAF-BCF4-B17A9EE8DB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b374ecd-bf80-4cf8-b454-4082db99efc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002C6D2083C14D880425A2D512A95A" ma:contentTypeVersion="11" ma:contentTypeDescription="Create a new document." ma:contentTypeScope="" ma:versionID="2e327afab502282238ba3f59b97ea26c">
  <xsd:schema xmlns:xsd="http://www.w3.org/2001/XMLSchema" xmlns:xs="http://www.w3.org/2001/XMLSchema" xmlns:p="http://schemas.microsoft.com/office/2006/metadata/properties" xmlns:ns3="2b374ecd-bf80-4cf8-b454-4082db99efce" targetNamespace="http://schemas.microsoft.com/office/2006/metadata/properties" ma:root="true" ma:fieldsID="1dc70f757040af9f8f2d79e49b073c0f" ns3:_="">
    <xsd:import namespace="2b374ecd-bf80-4cf8-b454-4082db99efc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374ecd-bf80-4cf8-b454-4082db99ef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8F5A07-DD19-4724-95E6-12EFE2F5C777}">
  <ds:schemaRefs>
    <ds:schemaRef ds:uri="2b374ecd-bf80-4cf8-b454-4082db99efce"/>
    <ds:schemaRef ds:uri="http://purl.org/dc/dcmitype/"/>
    <ds:schemaRef ds:uri="http://www.w3.org/XML/1998/namespace"/>
    <ds:schemaRef ds:uri="http://purl.org/dc/elements/1.1/"/>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s>
</ds:datastoreItem>
</file>

<file path=customXml/itemProps2.xml><?xml version="1.0" encoding="utf-8"?>
<ds:datastoreItem xmlns:ds="http://schemas.openxmlformats.org/officeDocument/2006/customXml" ds:itemID="{46FB9829-5056-466B-B692-7122D2296D9E}">
  <ds:schemaRefs>
    <ds:schemaRef ds:uri="http://schemas.microsoft.com/sharepoint/v3/contenttype/forms"/>
  </ds:schemaRefs>
</ds:datastoreItem>
</file>

<file path=customXml/itemProps3.xml><?xml version="1.0" encoding="utf-8"?>
<ds:datastoreItem xmlns:ds="http://schemas.openxmlformats.org/officeDocument/2006/customXml" ds:itemID="{CB2F0077-FF83-4755-8F87-4234A4EB8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374ecd-bf80-4cf8-b454-4082db99ef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emplate>blank</Template>
  <TotalTime>1436</TotalTime>
  <Words>1872</Words>
  <Application>Microsoft Office PowerPoint</Application>
  <PresentationFormat>Widescreen</PresentationFormat>
  <Paragraphs>282</Paragraphs>
  <Slides>60</Slides>
  <Notes>28</Notes>
  <HiddenSlides>0</HiddenSlides>
  <MMClips>13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Aptos</vt:lpstr>
      <vt:lpstr>Aptos Display</vt:lpstr>
      <vt:lpstr>Arial</vt:lpstr>
      <vt:lpstr>Cambria Math</vt:lpstr>
      <vt:lpstr>Google Sans</vt:lpstr>
      <vt:lpstr>Rubik</vt:lpstr>
      <vt:lpstr>Custom Design</vt:lpstr>
      <vt:lpstr>PowerPoint Presentation</vt:lpstr>
      <vt:lpstr>Metal 3D printing enabled NASA to have rapid feedback cycles and reduce processing complexity from 127 welds to 4 welds</vt:lpstr>
      <vt:lpstr>PowerPoint Presentation</vt:lpstr>
      <vt:lpstr>Metal 3D print illustrative example  This geometry would be difficult with traditional techniques</vt:lpstr>
      <vt:lpstr>Since 2022, 3D printed metal alloys have continued to see usage in commercial aerospace applications</vt:lpstr>
      <vt:lpstr>but many of these use highly import-reliant critical materials such as rare-earth elements (e.g., scandium)</vt:lpstr>
      <vt:lpstr>We print tensile bars to measure mechanical properties</vt:lpstr>
      <vt:lpstr>By pulling these “tensile” bars in tension until failure, we can measure important mechanical properties</vt:lpstr>
      <vt:lpstr>PowerPoint Presentation</vt:lpstr>
      <vt:lpstr>Historically, ~30 unique periodic elements have been used across all aluminum alloys</vt:lpstr>
      <vt:lpstr>In traditional gas atomization processes, testing each new composition requires at least 50 kg of material + $25k operator costs</vt:lpstr>
      <vt:lpstr>Our narrowed 16-element search space is still vast, and includes 20+ printing process parameters</vt:lpstr>
      <vt:lpstr>Ultrasonic atomization enables “chemical whitespace” AM alloy discovery</vt:lpstr>
      <vt:lpstr>PowerPoint Presentation</vt:lpstr>
      <vt:lpstr>The atomized powders are then used downstream for 3D printing</vt:lpstr>
      <vt:lpstr>Ultrasonic atomization enables “chemical whitespace” AM alloy discovery</vt:lpstr>
      <vt:lpstr>Thermodynamic simulations can help provide contextual information that can help reduce the number of physical experiments to run</vt:lpstr>
      <vt:lpstr>PowerPoint Presentation</vt:lpstr>
      <vt:lpstr>Bayesian optimization is a machine learning technique that works well in the limit of low data and many variables</vt:lpstr>
      <vt:lpstr>A surrogate model predicts properties and quantifies uncertainty</vt:lpstr>
      <vt:lpstr>The acquisition function guides how to select the next experiment (in this case, neither the max predicted nor the max uncertainty)</vt:lpstr>
      <vt:lpstr>This Bayesian optimization loop continues iteratively (1) add data, (2) fit surrogate model (3) optimize acquisition function</vt:lpstr>
      <vt:lpstr>Real-world materials discovery tasks such as alloy design require more than “vanilla” optimization</vt:lpstr>
      <vt:lpstr>Real-world materials discovery tasks such as alloy design require more than “vanilla” optimization</vt:lpstr>
      <vt:lpstr>Real-world materials discovery tasks require more than “vanilla” optimization</vt:lpstr>
      <vt:lpstr>Real-world materials discovery tasks require more than “vanilla” optimization</vt:lpstr>
      <vt:lpstr>Real-world materials discovery tasks require more than “vanilla” optimization</vt:lpstr>
      <vt:lpstr>Honegumi lets you quickly create advanced BO examples</vt:lpstr>
      <vt:lpstr>PowerPoint Presentation</vt:lpstr>
      <vt:lpstr>PowerPoint Presentation</vt:lpstr>
      <vt:lpstr>Maximize the strength of a 3D printed part as a function of internal geometry and printer settings </vt:lpstr>
      <vt:lpstr>Maximize polymer strength and biodegradability as a function of monomer composition and temperature </vt:lpstr>
      <vt:lpstr>Maximize corrosion resistance of a coating as function of composition using batches of six trials </vt:lpstr>
      <vt:lpstr>Maximize stiffness of MAX phases (e.g., Ti3AlC2) as a function of composition using “contextual” features </vt:lpstr>
      <vt:lpstr>Maximize strength of ceramic membrane, varying composition, for two related materials systems </vt:lpstr>
      <vt:lpstr>Use an analytic benchmark to compare the performance of several different algorithms </vt:lpstr>
      <vt:lpstr>PowerPoint Presentation</vt:lpstr>
      <vt:lpstr>We model the manufacturing process as a cost-aware network of functions</vt:lpstr>
      <vt:lpstr>Use of a cost-aware Bayesian optimization network function can significantly increase optimization performance</vt:lpstr>
      <vt:lpstr>PowerPoint Presentation</vt:lpstr>
      <vt:lpstr>“Kitchen Sink”  - Generative CAD - Cloud experimentation &amp; human-in-the-loop - Equipment monitoring - Frugal twins - Vertical lab</vt:lpstr>
      <vt:lpstr>Our students used agentic AI to design an automated powder doser</vt:lpstr>
      <vt:lpstr>PowerPoint Presentation</vt:lpstr>
      <vt:lpstr>PowerPoint Presentation</vt:lpstr>
      <vt:lpstr>Excuse me human, the wellplate slots are all used. Please replace the wellplate with a fresh one.</vt:lpstr>
      <vt:lpstr>PowerPoint Presentation</vt:lpstr>
      <vt:lpstr>There are three primary types of human intervention</vt:lpstr>
      <vt:lpstr>At the Acceleration Consortium, we set up dozens of equipment monitoring streams across seven labs</vt:lpstr>
      <vt:lpstr>PowerPoint Presentation</vt:lpstr>
      <vt:lpstr>PowerPoint Presentation</vt:lpstr>
      <vt:lpstr>PowerPoint Presentation</vt:lpstr>
      <vt:lpstr>PowerPoint Presentation</vt:lpstr>
      <vt:lpstr>A frugal twin SDL is a low-cost counterpart to a high-cost SDL for education, prototyping, and multi-fidelity research</vt:lpstr>
      <vt:lpstr>PowerPoint Presentation</vt:lpstr>
      <vt:lpstr>PowerPoint Presentation</vt:lpstr>
      <vt:lpstr>A vertical lift module (VLM) can store and retrieve powered equipment</vt:lpstr>
      <vt:lpstr>PowerPoint Presentation</vt:lpstr>
      <vt:lpstr>PowerPoint Presentation</vt:lpstr>
      <vt:lpstr>PowerPoint Presentation</vt:lpstr>
      <vt:lpstr>PowerPoint Presentation</vt:lpstr>
    </vt:vector>
  </TitlesOfParts>
  <Company>University of Toronto Faculty of Arts and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Sterling Baird</dc:creator>
  <cp:lastModifiedBy>Sterling Baird</cp:lastModifiedBy>
  <cp:revision>8</cp:revision>
  <dcterms:created xsi:type="dcterms:W3CDTF">2025-12-02T18:46:14Z</dcterms:created>
  <dcterms:modified xsi:type="dcterms:W3CDTF">2026-06-24T14:24:51Z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0x0101004F002C6D2083C14D880425A2D512A95A</vt:lpwstr>
  </property>
  <property fmtid="{D5CDD505-2E9C-101B-9397-08002B2CF9AE}" pid="3" name="MediaServiceImageTags">
    <vt:lpwstr/>
  </property>
</Properties>
</file>