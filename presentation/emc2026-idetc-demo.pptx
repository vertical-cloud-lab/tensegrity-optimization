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5EE8A1-D51F-42B9-A715-25825370EE31}">
          <p14:sldIdLst>
            <p14:sldId id="7082"/>
            <p14:sldId id="7092"/>
            <p14:sldId id="7069"/>
            <p14:sldId id="7114"/>
            <p14:sldId id="7083"/>
            <p14:sldId id="7093"/>
            <p14:sldId id="7087"/>
            <p14:sldId id="7085"/>
            <p14:sldId id="7094"/>
            <p14:sldId id="7098"/>
            <p14:sldId id="7100"/>
            <p14:sldId id="7099"/>
            <p14:sldId id="7096"/>
            <p14:sldId id="7097"/>
            <p14:sldId id="7090"/>
            <p14:sldId id="7101"/>
            <p14:sldId id="7124"/>
            <p14:sldId id="7120"/>
            <p14:sldId id="7018"/>
            <p14:sldId id="7102"/>
            <p14:sldId id="7103"/>
            <p14:sldId id="7104"/>
            <p14:sldId id="7105"/>
            <p14:sldId id="7106"/>
            <p14:sldId id="7107"/>
            <p14:sldId id="7108"/>
            <p14:sldId id="7109"/>
            <p14:sldId id="7110"/>
            <p14:sldId id="7115"/>
            <p14:sldId id="7112"/>
            <p14:sldId id="6494"/>
            <p14:sldId id="6495"/>
            <p14:sldId id="6496"/>
            <p14:sldId id="6497"/>
            <p14:sldId id="6498"/>
            <p14:sldId id="6499"/>
            <p14:sldId id="7127"/>
            <p14:sldId id="7117"/>
            <p14:sldId id="7125"/>
            <p14:sldId id="7126"/>
            <p14:sldId id="7128"/>
            <p14:sldId id="7119"/>
            <p14:sldId id="6606"/>
            <p14:sldId id="6920"/>
            <p14:sldId id="278"/>
            <p14:sldId id="6657"/>
            <p14:sldId id="6954"/>
            <p14:sldId id="284"/>
            <p14:sldId id="285"/>
            <p14:sldId id="265"/>
            <p14:sldId id="289"/>
            <p14:sldId id="6566"/>
            <p14:sldId id="6649"/>
            <p14:sldId id="6625"/>
            <p14:sldId id="6673"/>
            <p14:sldId id="1277"/>
            <p14:sldId id="6663"/>
            <p14:sldId id="6661"/>
            <p14:sldId id="7118"/>
            <p14:sldId id="7116"/>
          </p14:sldIdLst>
        </p14:section>
        <p14:section name="slide-graveyard" id="{53A05964-4188-4DB8-9C2C-9C67C05B4B8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547108-663F-7DD8-8CCD-13EB66DF1423}" name="Sterling Baird" initials="SB" userId="S::sterling.baird@utoronto.ca::68e56cba-a841-4cd1-ab37-28cab6b0d7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DAC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F7673-AD7E-41E7-868F-03401BEBA1C2}" v="69" dt="2026-06-24T14:08:00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98" autoAdjust="0"/>
    <p:restoredTop sz="88462" autoAdjust="0"/>
  </p:normalViewPr>
  <p:slideViewPr>
    <p:cSldViewPr snapToGrid="0">
      <p:cViewPr varScale="1">
        <p:scale>
          <a:sx n="87" d="100"/>
          <a:sy n="87" d="100"/>
        </p:scale>
        <p:origin x="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microsoft.com/office/2016/11/relationships/changesInfo" Target="changesInfos/changesInfo1.xml"/><Relationship Id="rId71" Type="http://schemas.microsoft.com/office/2015/10/relationships/revisionInfo" Target="revisionInfo.xml"/><Relationship Id="rId7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rling Baird" userId="1357d663-a106-4039-a40d-6f81e26aaf4b" providerId="ADAL" clId="{735F2C14-54F5-481E-BAD5-87514A27FEF5}"/>
    <pc:docChg chg="undo redo custSel addSld delSld modSld modMainMaster modSection">
      <pc:chgData name="Sterling Baird" userId="1357d663-a106-4039-a40d-6f81e26aaf4b" providerId="ADAL" clId="{735F2C14-54F5-481E-BAD5-87514A27FEF5}" dt="2026-06-24T14:24:42.760" v="1059" actId="20577"/>
      <pc:docMkLst>
        <pc:docMk/>
      </pc:docMkLst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2185103683" sldId="265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13172347" sldId="278"/>
        </pc:sldMkLst>
      </pc:sldChg>
      <pc:sldChg chg="delSp modSp add mod">
        <pc:chgData name="Sterling Baird" userId="1357d663-a106-4039-a40d-6f81e26aaf4b" providerId="ADAL" clId="{735F2C14-54F5-481E-BAD5-87514A27FEF5}" dt="2026-06-24T13:50:17.465" v="686" actId="478"/>
        <pc:sldMkLst>
          <pc:docMk/>
          <pc:sldMk cId="2288685349" sldId="284"/>
        </pc:sldMkLst>
        <pc:spChg chg="mod">
          <ac:chgData name="Sterling Baird" userId="1357d663-a106-4039-a40d-6f81e26aaf4b" providerId="ADAL" clId="{735F2C14-54F5-481E-BAD5-87514A27FEF5}" dt="2026-06-24T13:50:04.708" v="685" actId="20577"/>
          <ac:spMkLst>
            <pc:docMk/>
            <pc:sldMk cId="2288685349" sldId="284"/>
            <ac:spMk id="3" creationId="{B096E74F-3E3D-850E-0007-F9F8751E2734}"/>
          </ac:spMkLst>
        </pc:spChg>
        <pc:picChg chg="del">
          <ac:chgData name="Sterling Baird" userId="1357d663-a106-4039-a40d-6f81e26aaf4b" providerId="ADAL" clId="{735F2C14-54F5-481E-BAD5-87514A27FEF5}" dt="2026-06-24T13:50:17.465" v="686" actId="478"/>
          <ac:picMkLst>
            <pc:docMk/>
            <pc:sldMk cId="2288685349" sldId="284"/>
            <ac:picMk id="2" creationId="{DA5D6534-F243-73EB-7223-6DCE1E5E2D9E}"/>
          </ac:picMkLst>
        </pc:picChg>
      </pc:sldChg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2923541762" sldId="285"/>
        </pc:sldMkLst>
      </pc:sldChg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3872219471" sldId="289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4193290091" sldId="1277"/>
        </pc:sldMkLst>
      </pc:sldChg>
      <pc:sldChg chg="addSp delSp modSp add mod modClrScheme chgLayout">
        <pc:chgData name="Sterling Baird" userId="1357d663-a106-4039-a40d-6f81e26aaf4b" providerId="ADAL" clId="{735F2C14-54F5-481E-BAD5-87514A27FEF5}" dt="2026-06-24T13:41:21.408" v="412" actId="1076"/>
        <pc:sldMkLst>
          <pc:docMk/>
          <pc:sldMk cId="693489825" sldId="6494"/>
        </pc:sldMkLst>
        <pc:spChg chg="add mod ord">
          <ac:chgData name="Sterling Baird" userId="1357d663-a106-4039-a40d-6f81e26aaf4b" providerId="ADAL" clId="{735F2C14-54F5-481E-BAD5-87514A27FEF5}" dt="2026-06-24T13:40:19.880" v="362" actId="20577"/>
          <ac:spMkLst>
            <pc:docMk/>
            <pc:sldMk cId="693489825" sldId="6494"/>
            <ac:spMk id="2" creationId="{B3AA9348-E86F-F425-C0AC-E3709CC7A3B4}"/>
          </ac:spMkLst>
        </pc:spChg>
        <pc:spChg chg="del">
          <ac:chgData name="Sterling Baird" userId="1357d663-a106-4039-a40d-6f81e26aaf4b" providerId="ADAL" clId="{735F2C14-54F5-481E-BAD5-87514A27FEF5}" dt="2026-06-24T13:41:09.016" v="409" actId="478"/>
          <ac:spMkLst>
            <pc:docMk/>
            <pc:sldMk cId="693489825" sldId="6494"/>
            <ac:spMk id="4" creationId="{CEB1B023-216A-5794-F9CA-23FD413CFA67}"/>
          </ac:spMkLst>
        </pc:spChg>
        <pc:spChg chg="del mod">
          <ac:chgData name="Sterling Baird" userId="1357d663-a106-4039-a40d-6f81e26aaf4b" providerId="ADAL" clId="{735F2C14-54F5-481E-BAD5-87514A27FEF5}" dt="2026-06-24T13:40:21.207" v="364"/>
          <ac:spMkLst>
            <pc:docMk/>
            <pc:sldMk cId="693489825" sldId="6494"/>
            <ac:spMk id="11" creationId="{88B017DE-9988-5EBC-B30A-6CD6EB7B1E22}"/>
          </ac:spMkLst>
        </pc:spChg>
        <pc:picChg chg="mod">
          <ac:chgData name="Sterling Baird" userId="1357d663-a106-4039-a40d-6f81e26aaf4b" providerId="ADAL" clId="{735F2C14-54F5-481E-BAD5-87514A27FEF5}" dt="2026-06-24T13:41:21.408" v="412" actId="1076"/>
          <ac:picMkLst>
            <pc:docMk/>
            <pc:sldMk cId="693489825" sldId="6494"/>
            <ac:picMk id="1026" creationId="{D55F1DF4-EBAA-35AE-9E2B-49629CC42AF0}"/>
          </ac:picMkLst>
        </pc:picChg>
      </pc:sldChg>
      <pc:sldChg chg="addSp delSp modSp add mod modClrScheme chgLayout">
        <pc:chgData name="Sterling Baird" userId="1357d663-a106-4039-a40d-6f81e26aaf4b" providerId="ADAL" clId="{735F2C14-54F5-481E-BAD5-87514A27FEF5}" dt="2026-06-24T13:40:28.376" v="370"/>
        <pc:sldMkLst>
          <pc:docMk/>
          <pc:sldMk cId="87787290" sldId="6495"/>
        </pc:sldMkLst>
        <pc:spChg chg="del mod">
          <ac:chgData name="Sterling Baird" userId="1357d663-a106-4039-a40d-6f81e26aaf4b" providerId="ADAL" clId="{735F2C14-54F5-481E-BAD5-87514A27FEF5}" dt="2026-06-24T13:40:28.376" v="370"/>
          <ac:spMkLst>
            <pc:docMk/>
            <pc:sldMk cId="87787290" sldId="6495"/>
            <ac:spMk id="4" creationId="{CCDD5A1E-1735-B363-7C5C-4E49745CC135}"/>
          </ac:spMkLst>
        </pc:spChg>
        <pc:spChg chg="add mod ord">
          <ac:chgData name="Sterling Baird" userId="1357d663-a106-4039-a40d-6f81e26aaf4b" providerId="ADAL" clId="{735F2C14-54F5-481E-BAD5-87514A27FEF5}" dt="2026-06-24T13:40:27.344" v="368" actId="20577"/>
          <ac:spMkLst>
            <pc:docMk/>
            <pc:sldMk cId="87787290" sldId="6495"/>
            <ac:spMk id="5" creationId="{DE54A926-6EA9-6764-5AC0-34F762BEBC02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0:34.053" v="376"/>
        <pc:sldMkLst>
          <pc:docMk/>
          <pc:sldMk cId="2217894389" sldId="6496"/>
        </pc:sldMkLst>
        <pc:spChg chg="del mod">
          <ac:chgData name="Sterling Baird" userId="1357d663-a106-4039-a40d-6f81e26aaf4b" providerId="ADAL" clId="{735F2C14-54F5-481E-BAD5-87514A27FEF5}" dt="2026-06-24T13:40:34.053" v="376"/>
          <ac:spMkLst>
            <pc:docMk/>
            <pc:sldMk cId="2217894389" sldId="6496"/>
            <ac:spMk id="4" creationId="{E5966470-2F08-F48B-712F-6ECCD49DB06E}"/>
          </ac:spMkLst>
        </pc:spChg>
        <pc:spChg chg="add mod ord">
          <ac:chgData name="Sterling Baird" userId="1357d663-a106-4039-a40d-6f81e26aaf4b" providerId="ADAL" clId="{735F2C14-54F5-481E-BAD5-87514A27FEF5}" dt="2026-06-24T13:40:33.056" v="374" actId="20577"/>
          <ac:spMkLst>
            <pc:docMk/>
            <pc:sldMk cId="2217894389" sldId="6496"/>
            <ac:spMk id="5" creationId="{50C4A9E5-9B69-580A-BF67-A199BC68B05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07.561" v="408" actId="478"/>
        <pc:sldMkLst>
          <pc:docMk/>
          <pc:sldMk cId="117579149" sldId="6497"/>
        </pc:sldMkLst>
        <pc:spChg chg="del">
          <ac:chgData name="Sterling Baird" userId="1357d663-a106-4039-a40d-6f81e26aaf4b" providerId="ADAL" clId="{735F2C14-54F5-481E-BAD5-87514A27FEF5}" dt="2026-06-24T13:41:07.561" v="408" actId="478"/>
          <ac:spMkLst>
            <pc:docMk/>
            <pc:sldMk cId="117579149" sldId="6497"/>
            <ac:spMk id="3" creationId="{60BC9F98-5CA5-C441-64C8-A0D0A6ABD8B2}"/>
          </ac:spMkLst>
        </pc:spChg>
        <pc:spChg chg="del mod">
          <ac:chgData name="Sterling Baird" userId="1357d663-a106-4039-a40d-6f81e26aaf4b" providerId="ADAL" clId="{735F2C14-54F5-481E-BAD5-87514A27FEF5}" dt="2026-06-24T13:40:42.026" v="384"/>
          <ac:spMkLst>
            <pc:docMk/>
            <pc:sldMk cId="117579149" sldId="6497"/>
            <ac:spMk id="4" creationId="{1DD043B1-39ED-9C9F-DDC6-7A0606418063}"/>
          </ac:spMkLst>
        </pc:spChg>
        <pc:spChg chg="add mod ord">
          <ac:chgData name="Sterling Baird" userId="1357d663-a106-4039-a40d-6f81e26aaf4b" providerId="ADAL" clId="{735F2C14-54F5-481E-BAD5-87514A27FEF5}" dt="2026-06-24T13:40:40.777" v="382" actId="20577"/>
          <ac:spMkLst>
            <pc:docMk/>
            <pc:sldMk cId="117579149" sldId="6497"/>
            <ac:spMk id="5" creationId="{E8C5D5CA-204B-939A-AA56-2EEFEF0F376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14.673" v="410" actId="478"/>
        <pc:sldMkLst>
          <pc:docMk/>
          <pc:sldMk cId="2523007223" sldId="6498"/>
        </pc:sldMkLst>
        <pc:spChg chg="del">
          <ac:chgData name="Sterling Baird" userId="1357d663-a106-4039-a40d-6f81e26aaf4b" providerId="ADAL" clId="{735F2C14-54F5-481E-BAD5-87514A27FEF5}" dt="2026-06-24T13:41:14.673" v="410" actId="478"/>
          <ac:spMkLst>
            <pc:docMk/>
            <pc:sldMk cId="2523007223" sldId="6498"/>
            <ac:spMk id="2" creationId="{FAB24CC2-412C-F055-CD8F-FF0FBAAD60CD}"/>
          </ac:spMkLst>
        </pc:spChg>
        <pc:spChg chg="del mod">
          <ac:chgData name="Sterling Baird" userId="1357d663-a106-4039-a40d-6f81e26aaf4b" providerId="ADAL" clId="{735F2C14-54F5-481E-BAD5-87514A27FEF5}" dt="2026-06-24T13:40:53.353" v="394"/>
          <ac:spMkLst>
            <pc:docMk/>
            <pc:sldMk cId="2523007223" sldId="6498"/>
            <ac:spMk id="4" creationId="{5E7D3346-6EFA-F2EB-D16C-54A325A429F7}"/>
          </ac:spMkLst>
        </pc:spChg>
        <pc:spChg chg="add mod ord">
          <ac:chgData name="Sterling Baird" userId="1357d663-a106-4039-a40d-6f81e26aaf4b" providerId="ADAL" clId="{735F2C14-54F5-481E-BAD5-87514A27FEF5}" dt="2026-06-24T13:40:51.881" v="392" actId="20577"/>
          <ac:spMkLst>
            <pc:docMk/>
            <pc:sldMk cId="2523007223" sldId="6498"/>
            <ac:spMk id="5" creationId="{7B5BB540-CF9E-0444-E8F9-4D1D7B5DDE6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06.615" v="407" actId="478"/>
        <pc:sldMkLst>
          <pc:docMk/>
          <pc:sldMk cId="3402822591" sldId="6499"/>
        </pc:sldMkLst>
        <pc:spChg chg="del mod">
          <ac:chgData name="Sterling Baird" userId="1357d663-a106-4039-a40d-6f81e26aaf4b" providerId="ADAL" clId="{735F2C14-54F5-481E-BAD5-87514A27FEF5}" dt="2026-06-24T13:41:06.615" v="407" actId="478"/>
          <ac:spMkLst>
            <pc:docMk/>
            <pc:sldMk cId="3402822591" sldId="6499"/>
            <ac:spMk id="2" creationId="{B1CE3EFD-761C-516B-2262-D51B948BD7DC}"/>
          </ac:spMkLst>
        </pc:spChg>
        <pc:spChg chg="add mod ord">
          <ac:chgData name="Sterling Baird" userId="1357d663-a106-4039-a40d-6f81e26aaf4b" providerId="ADAL" clId="{735F2C14-54F5-481E-BAD5-87514A27FEF5}" dt="2026-06-24T13:41:02.553" v="402" actId="20577"/>
          <ac:spMkLst>
            <pc:docMk/>
            <pc:sldMk cId="3402822591" sldId="6499"/>
            <ac:spMk id="3" creationId="{0E5542FD-090C-8844-3D5A-755439FDD1EC}"/>
          </ac:spMkLst>
        </pc:spChg>
        <pc:spChg chg="del mod">
          <ac:chgData name="Sterling Baird" userId="1357d663-a106-4039-a40d-6f81e26aaf4b" providerId="ADAL" clId="{735F2C14-54F5-481E-BAD5-87514A27FEF5}" dt="2026-06-24T13:41:04.846" v="404"/>
          <ac:spMkLst>
            <pc:docMk/>
            <pc:sldMk cId="3402822591" sldId="6499"/>
            <ac:spMk id="7" creationId="{3AAF6247-92FA-D3BD-2F91-EBB147C6699C}"/>
          </ac:spMkLst>
        </pc:spChg>
      </pc:sldChg>
      <pc:sldChg chg="add">
        <pc:chgData name="Sterling Baird" userId="1357d663-a106-4039-a40d-6f81e26aaf4b" providerId="ADAL" clId="{735F2C14-54F5-481E-BAD5-87514A27FEF5}" dt="2026-06-24T13:51:06.876" v="687"/>
        <pc:sldMkLst>
          <pc:docMk/>
          <pc:sldMk cId="4182099155" sldId="6566"/>
        </pc:sldMkLst>
      </pc:sldChg>
      <pc:sldChg chg="add">
        <pc:chgData name="Sterling Baird" userId="1357d663-a106-4039-a40d-6f81e26aaf4b" providerId="ADAL" clId="{735F2C14-54F5-481E-BAD5-87514A27FEF5}" dt="2026-06-24T13:48:20.490" v="550"/>
        <pc:sldMkLst>
          <pc:docMk/>
          <pc:sldMk cId="4274907816" sldId="6606"/>
        </pc:sldMkLst>
      </pc:sldChg>
      <pc:sldChg chg="add">
        <pc:chgData name="Sterling Baird" userId="1357d663-a106-4039-a40d-6f81e26aaf4b" providerId="ADAL" clId="{735F2C14-54F5-481E-BAD5-87514A27FEF5}" dt="2026-06-24T13:51:43.748" v="690"/>
        <pc:sldMkLst>
          <pc:docMk/>
          <pc:sldMk cId="3635554330" sldId="6625"/>
        </pc:sldMkLst>
      </pc:sldChg>
      <pc:sldChg chg="add">
        <pc:chgData name="Sterling Baird" userId="1357d663-a106-4039-a40d-6f81e26aaf4b" providerId="ADAL" clId="{735F2C14-54F5-481E-BAD5-87514A27FEF5}" dt="2026-06-24T13:51:06.876" v="687"/>
        <pc:sldMkLst>
          <pc:docMk/>
          <pc:sldMk cId="1810606905" sldId="6649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3770226084" sldId="6657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2404933260" sldId="6661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2621968587" sldId="6663"/>
        </pc:sldMkLst>
      </pc:sldChg>
      <pc:sldChg chg="add">
        <pc:chgData name="Sterling Baird" userId="1357d663-a106-4039-a40d-6f81e26aaf4b" providerId="ADAL" clId="{735F2C14-54F5-481E-BAD5-87514A27FEF5}" dt="2026-06-24T13:51:43.748" v="690"/>
        <pc:sldMkLst>
          <pc:docMk/>
          <pc:sldMk cId="2879406572" sldId="6673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2805328133" sldId="6920"/>
        </pc:sldMkLst>
      </pc:sldChg>
      <pc:sldChg chg="add">
        <pc:chgData name="Sterling Baird" userId="1357d663-a106-4039-a40d-6f81e26aaf4b" providerId="ADAL" clId="{735F2C14-54F5-481E-BAD5-87514A27FEF5}" dt="2026-06-24T13:48:45.753" v="552"/>
        <pc:sldMkLst>
          <pc:docMk/>
          <pc:sldMk cId="2103008911" sldId="6954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063442199" sldId="7018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3384140039" sldId="7069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3384140039" sldId="7069"/>
            <ac:picMk id="6" creationId="{8590DE81-0B4A-D2B1-FD7C-3B6D50BC0883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2526637733" sldId="7082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2526637733" sldId="7082"/>
            <ac:picMk id="19" creationId="{39477041-CBC3-3520-1E55-3546770E8E54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875680372" sldId="7083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875680372" sldId="7083"/>
            <ac:picMk id="6" creationId="{E0EB5BA7-90AF-B3E7-0681-C42CFBFC171C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647541912" sldId="7085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647541912" sldId="7085"/>
            <ac:picMk id="7" creationId="{FE11A002-0F1D-B913-FE9B-CD22CDA66CFC}"/>
          </ac:picMkLst>
        </pc:picChg>
      </pc:sldChg>
      <pc:sldChg chg="delSp modSp mod modTransition modAnim">
        <pc:chgData name="Sterling Baird" userId="1357d663-a106-4039-a40d-6f81e26aaf4b" providerId="ADAL" clId="{735F2C14-54F5-481E-BAD5-87514A27FEF5}" dt="2026-06-24T14:20:37.195" v="907" actId="478"/>
        <pc:sldMkLst>
          <pc:docMk/>
          <pc:sldMk cId="1579810191" sldId="7087"/>
        </pc:sldMkLst>
        <pc:spChg chg="mod">
          <ac:chgData name="Sterling Baird" userId="1357d663-a106-4039-a40d-6f81e26aaf4b" providerId="ADAL" clId="{735F2C14-54F5-481E-BAD5-87514A27FEF5}" dt="2026-06-24T13:29:44.991" v="65" actId="20577"/>
          <ac:spMkLst>
            <pc:docMk/>
            <pc:sldMk cId="1579810191" sldId="7087"/>
            <ac:spMk id="2" creationId="{C73B9460-B00D-1584-8684-06600380C9FD}"/>
          </ac:spMkLst>
        </pc:spChg>
        <pc:spChg chg="del">
          <ac:chgData name="Sterling Baird" userId="1357d663-a106-4039-a40d-6f81e26aaf4b" providerId="ADAL" clId="{735F2C14-54F5-481E-BAD5-87514A27FEF5}" dt="2026-06-24T14:20:37.195" v="907" actId="478"/>
          <ac:spMkLst>
            <pc:docMk/>
            <pc:sldMk cId="1579810191" sldId="7087"/>
            <ac:spMk id="11" creationId="{7ED153AB-5270-7EC0-1F8F-A1F44EA881BF}"/>
          </ac:spMkLst>
        </pc:spChg>
        <pc:picChg chg="del">
          <ac:chgData name="Sterling Baird" userId="1357d663-a106-4039-a40d-6f81e26aaf4b" providerId="ADAL" clId="{735F2C14-54F5-481E-BAD5-87514A27FEF5}" dt="2026-06-24T14:20:37.195" v="907" actId="478"/>
          <ac:picMkLst>
            <pc:docMk/>
            <pc:sldMk cId="1579810191" sldId="7087"/>
            <ac:picMk id="6" creationId="{CF9D3CFB-72BB-DE38-1160-7927BC6687BD}"/>
          </ac:picMkLst>
        </pc:picChg>
        <pc:picChg chg="del">
          <ac:chgData name="Sterling Baird" userId="1357d663-a106-4039-a40d-6f81e26aaf4b" providerId="ADAL" clId="{735F2C14-54F5-481E-BAD5-87514A27FEF5}" dt="2026-06-24T14:20:37.195" v="907" actId="478"/>
          <ac:picMkLst>
            <pc:docMk/>
            <pc:sldMk cId="1579810191" sldId="7087"/>
            <ac:picMk id="10" creationId="{DBF18C50-A080-7825-EFBC-8E55D13F3F9A}"/>
          </ac:picMkLst>
        </pc:picChg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579810191" sldId="7087"/>
            <ac:picMk id="13" creationId="{524F5AE7-FB41-E9FE-81EB-9F3037B3A3E4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422193461" sldId="7090"/>
        </pc:sldMkLst>
      </pc:sldChg>
      <pc:sldChg chg="del modTransition">
        <pc:chgData name="Sterling Baird" userId="1357d663-a106-4039-a40d-6f81e26aaf4b" providerId="ADAL" clId="{735F2C14-54F5-481E-BAD5-87514A27FEF5}" dt="2026-06-24T14:18:04.584" v="906" actId="47"/>
        <pc:sldMkLst>
          <pc:docMk/>
          <pc:sldMk cId="1974216512" sldId="7091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41495603" sldId="7092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41495603" sldId="7092"/>
            <ac:picMk id="28" creationId="{8E8AD52F-B45F-9985-3B52-3E2821D09921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441015139" sldId="7093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441015139" sldId="7093"/>
            <ac:picMk id="10" creationId="{6344B17D-1BE3-D91B-00D1-05DC89624D21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4065811164" sldId="7094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4065811164" sldId="7094"/>
            <ac:picMk id="6" creationId="{652D0F8D-B192-359B-2DE8-6F06DE0DC66F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398435611" sldId="7096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3624938" sldId="7097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232644041" sldId="7098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232644041" sldId="7098"/>
            <ac:picMk id="9" creationId="{207EF0DA-BAF6-A4AF-8889-DA2A54CFC280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331650472" sldId="7099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331650472" sldId="7099"/>
            <ac:picMk id="7" creationId="{0E55DCFD-66BE-2112-55E7-7B2ECC9A902E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3600389822" sldId="7100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3600389822" sldId="7100"/>
            <ac:picMk id="7" creationId="{715980D5-CC1B-E777-948C-B77064FB49B7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700878909" sldId="7101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544790605" sldId="7102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859540742" sldId="7103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2319100863" sldId="7104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322107293" sldId="7105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906941989" sldId="7106"/>
        </pc:sldMkLst>
      </pc:sldChg>
      <pc:sldChg chg="modTransition addAnim delAnim modAnim">
        <pc:chgData name="Sterling Baird" userId="1357d663-a106-4039-a40d-6f81e26aaf4b" providerId="ADAL" clId="{735F2C14-54F5-481E-BAD5-87514A27FEF5}" dt="2026-06-24T13:39:27.421" v="355"/>
        <pc:sldMkLst>
          <pc:docMk/>
          <pc:sldMk cId="259921791" sldId="7107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17174471" sldId="7108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190700389" sldId="7109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559055419" sldId="7110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192030406" sldId="7112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712936191" sldId="7114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712936191" sldId="7114"/>
            <ac:picMk id="7" creationId="{0B1C2833-0557-1151-D2FC-11E54FF063B9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4T14:07:43.872" v="745" actId="1076"/>
        <pc:sldMkLst>
          <pc:docMk/>
          <pc:sldMk cId="2840587159" sldId="7115"/>
        </pc:sldMkLst>
        <pc:picChg chg="add del mod">
          <ac:chgData name="Sterling Baird" userId="1357d663-a106-4039-a40d-6f81e26aaf4b" providerId="ADAL" clId="{735F2C14-54F5-481E-BAD5-87514A27FEF5}" dt="2026-06-24T13:31:03.275" v="72" actId="21"/>
          <ac:picMkLst>
            <pc:docMk/>
            <pc:sldMk cId="2840587159" sldId="7115"/>
            <ac:picMk id="5" creationId="{75F2664C-61DF-DE2F-BA7E-53D3606681A1}"/>
          </ac:picMkLst>
        </pc:picChg>
        <pc:picChg chg="add mod">
          <ac:chgData name="Sterling Baird" userId="1357d663-a106-4039-a40d-6f81e26aaf4b" providerId="ADAL" clId="{735F2C14-54F5-481E-BAD5-87514A27FEF5}" dt="2026-06-24T14:07:43.872" v="745" actId="1076"/>
          <ac:picMkLst>
            <pc:docMk/>
            <pc:sldMk cId="2840587159" sldId="7115"/>
            <ac:picMk id="10" creationId="{739A98B5-B8CF-5379-5E68-90EADCB12273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26" creationId="{2BE88A24-B9FA-FE3A-57AD-83F4FAF78373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28" creationId="{D07244D8-060B-03CE-5B1D-EFFDE0ECE346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30" creationId="{B77E7D53-3C6C-198E-CC51-DE82EDA9AACF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825978036" sldId="7116"/>
        </pc:sldMkLst>
      </pc:sldChg>
      <pc:sldChg chg="addSp delSp modSp mod modTransition">
        <pc:chgData name="Sterling Baird" userId="1357d663-a106-4039-a40d-6f81e26aaf4b" providerId="ADAL" clId="{735F2C14-54F5-481E-BAD5-87514A27FEF5}" dt="2026-06-24T14:21:15.361" v="920" actId="20577"/>
        <pc:sldMkLst>
          <pc:docMk/>
          <pc:sldMk cId="3399964177" sldId="7117"/>
        </pc:sldMkLst>
        <pc:spChg chg="mod">
          <ac:chgData name="Sterling Baird" userId="1357d663-a106-4039-a40d-6f81e26aaf4b" providerId="ADAL" clId="{735F2C14-54F5-481E-BAD5-87514A27FEF5}" dt="2026-06-24T14:21:15.361" v="920" actId="20577"/>
          <ac:spMkLst>
            <pc:docMk/>
            <pc:sldMk cId="3399964177" sldId="7117"/>
            <ac:spMk id="4" creationId="{828D4DF1-6968-8FA2-B458-AEF2C5CABB38}"/>
          </ac:spMkLst>
        </pc:spChg>
        <pc:spChg chg="mod">
          <ac:chgData name="Sterling Baird" userId="1357d663-a106-4039-a40d-6f81e26aaf4b" providerId="ADAL" clId="{735F2C14-54F5-481E-BAD5-87514A27FEF5}" dt="2026-06-24T13:33:42.701" v="77" actId="14100"/>
          <ac:spMkLst>
            <pc:docMk/>
            <pc:sldMk cId="3399964177" sldId="7117"/>
            <ac:spMk id="9" creationId="{0A29572B-9BF7-A108-2DA3-7C1F2763819A}"/>
          </ac:spMkLst>
        </pc:spChg>
        <pc:spChg chg="add mod">
          <ac:chgData name="Sterling Baird" userId="1357d663-a106-4039-a40d-6f81e26aaf4b" providerId="ADAL" clId="{735F2C14-54F5-481E-BAD5-87514A27FEF5}" dt="2026-06-24T13:35:41.809" v="139" actId="1076"/>
          <ac:spMkLst>
            <pc:docMk/>
            <pc:sldMk cId="3399964177" sldId="7117"/>
            <ac:spMk id="13" creationId="{BF1EF81F-07F9-1DBB-227B-44D1917AF7EE}"/>
          </ac:spMkLst>
        </pc:spChg>
        <pc:spChg chg="add del">
          <ac:chgData name="Sterling Baird" userId="1357d663-a106-4039-a40d-6f81e26aaf4b" providerId="ADAL" clId="{735F2C14-54F5-481E-BAD5-87514A27FEF5}" dt="2026-06-24T13:34:33.989" v="103" actId="22"/>
          <ac:spMkLst>
            <pc:docMk/>
            <pc:sldMk cId="3399964177" sldId="7117"/>
            <ac:spMk id="15" creationId="{E28BC394-F5ED-6517-4814-C852D54C67D1}"/>
          </ac:spMkLst>
        </pc:spChg>
        <pc:spChg chg="add mod">
          <ac:chgData name="Sterling Baird" userId="1357d663-a106-4039-a40d-6f81e26aaf4b" providerId="ADAL" clId="{735F2C14-54F5-481E-BAD5-87514A27FEF5}" dt="2026-06-24T13:45:04.386" v="421" actId="1076"/>
          <ac:spMkLst>
            <pc:docMk/>
            <pc:sldMk cId="3399964177" sldId="7117"/>
            <ac:spMk id="17" creationId="{38626038-A7C8-25F9-389C-856E369017A9}"/>
          </ac:spMkLst>
        </pc:spChg>
        <pc:picChg chg="mod">
          <ac:chgData name="Sterling Baird" userId="1357d663-a106-4039-a40d-6f81e26aaf4b" providerId="ADAL" clId="{735F2C14-54F5-481E-BAD5-87514A27FEF5}" dt="2026-06-24T13:33:54.708" v="81" actId="1076"/>
          <ac:picMkLst>
            <pc:docMk/>
            <pc:sldMk cId="3399964177" sldId="7117"/>
            <ac:picMk id="8" creationId="{44417CAC-10DA-A112-9D45-95012537E37A}"/>
          </ac:picMkLst>
        </pc:picChg>
        <pc:picChg chg="mod">
          <ac:chgData name="Sterling Baird" userId="1357d663-a106-4039-a40d-6f81e26aaf4b" providerId="ADAL" clId="{735F2C14-54F5-481E-BAD5-87514A27FEF5}" dt="2026-06-24T13:35:44.231" v="140" actId="1076"/>
          <ac:picMkLst>
            <pc:docMk/>
            <pc:sldMk cId="3399964177" sldId="7117"/>
            <ac:picMk id="18" creationId="{576C9A9E-85CB-EDAC-DEB9-EA67CEE201BF}"/>
          </ac:picMkLst>
        </pc:picChg>
        <pc:cxnChg chg="mod">
          <ac:chgData name="Sterling Baird" userId="1357d663-a106-4039-a40d-6f81e26aaf4b" providerId="ADAL" clId="{735F2C14-54F5-481E-BAD5-87514A27FEF5}" dt="2026-06-24T13:33:56.702" v="82" actId="14100"/>
          <ac:cxnSpMkLst>
            <pc:docMk/>
            <pc:sldMk cId="3399964177" sldId="7117"/>
            <ac:cxnSpMk id="11" creationId="{FD7E7EE2-F627-295A-DEBA-F86F7DC817FB}"/>
          </ac:cxnSpMkLst>
        </pc:cxnChg>
      </pc:sldChg>
      <pc:sldChg chg="modTransition modNotesTx">
        <pc:chgData name="Sterling Baird" userId="1357d663-a106-4039-a40d-6f81e26aaf4b" providerId="ADAL" clId="{735F2C14-54F5-481E-BAD5-87514A27FEF5}" dt="2026-06-24T13:49:13.488" v="569" actId="20577"/>
        <pc:sldMkLst>
          <pc:docMk/>
          <pc:sldMk cId="3875103652" sldId="7118"/>
        </pc:sldMkLst>
      </pc:sldChg>
      <pc:sldChg chg="addSp modSp mod modTransition">
        <pc:chgData name="Sterling Baird" userId="1357d663-a106-4039-a40d-6f81e26aaf4b" providerId="ADAL" clId="{735F2C14-54F5-481E-BAD5-87514A27FEF5}" dt="2026-06-24T13:37:56.683" v="353" actId="14100"/>
        <pc:sldMkLst>
          <pc:docMk/>
          <pc:sldMk cId="2805867118" sldId="7119"/>
        </pc:sldMkLst>
        <pc:spChg chg="mod">
          <ac:chgData name="Sterling Baird" userId="1357d663-a106-4039-a40d-6f81e26aaf4b" providerId="ADAL" clId="{735F2C14-54F5-481E-BAD5-87514A27FEF5}" dt="2026-06-24T13:36:16.440" v="209" actId="20577"/>
          <ac:spMkLst>
            <pc:docMk/>
            <pc:sldMk cId="2805867118" sldId="7119"/>
            <ac:spMk id="2" creationId="{78849007-97A7-CF04-DE2B-363BBE0589B5}"/>
          </ac:spMkLst>
        </pc:spChg>
        <pc:spChg chg="add mod">
          <ac:chgData name="Sterling Baird" userId="1357d663-a106-4039-a40d-6f81e26aaf4b" providerId="ADAL" clId="{735F2C14-54F5-481E-BAD5-87514A27FEF5}" dt="2026-06-24T13:37:28.782" v="291" actId="1076"/>
          <ac:spMkLst>
            <pc:docMk/>
            <pc:sldMk cId="2805867118" sldId="7119"/>
            <ac:spMk id="7" creationId="{BCFF74D9-87A2-FB03-00FB-55972025E95F}"/>
          </ac:spMkLst>
        </pc:spChg>
        <pc:spChg chg="add mod">
          <ac:chgData name="Sterling Baird" userId="1357d663-a106-4039-a40d-6f81e26aaf4b" providerId="ADAL" clId="{735F2C14-54F5-481E-BAD5-87514A27FEF5}" dt="2026-06-24T13:37:46.648" v="351" actId="1037"/>
          <ac:spMkLst>
            <pc:docMk/>
            <pc:sldMk cId="2805867118" sldId="7119"/>
            <ac:spMk id="9" creationId="{B98B9D9C-B914-6053-4F35-35E0BC3A31DE}"/>
          </ac:spMkLst>
        </pc:spChg>
        <pc:spChg chg="add mod">
          <ac:chgData name="Sterling Baird" userId="1357d663-a106-4039-a40d-6f81e26aaf4b" providerId="ADAL" clId="{735F2C14-54F5-481E-BAD5-87514A27FEF5}" dt="2026-06-24T13:37:46.648" v="351" actId="1037"/>
          <ac:spMkLst>
            <pc:docMk/>
            <pc:sldMk cId="2805867118" sldId="7119"/>
            <ac:spMk id="10" creationId="{1FDDC8B4-FC35-4A49-BC79-27D04ADB327E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0" creationId="{4CD224B1-213E-2D92-0085-9A3174D86334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1" creationId="{7B4A1530-355B-FAB2-540E-43696E9177D7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2" creationId="{08FCC721-D186-A92D-3E52-FC913598D12C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3" creationId="{5D64BC8C-4D49-BFC2-DCE0-0AC5E8592A7B}"/>
          </ac:spMkLst>
        </pc:spChg>
        <pc:picChg chg="mod">
          <ac:chgData name="Sterling Baird" userId="1357d663-a106-4039-a40d-6f81e26aaf4b" providerId="ADAL" clId="{735F2C14-54F5-481E-BAD5-87514A27FEF5}" dt="2026-06-24T13:37:39.080" v="318" actId="1076"/>
          <ac:picMkLst>
            <pc:docMk/>
            <pc:sldMk cId="2805867118" sldId="7119"/>
            <ac:picMk id="3" creationId="{4D9FB300-2576-BCD9-3FC1-A61F354FD31D}"/>
          </ac:picMkLst>
        </pc:picChg>
        <pc:picChg chg="mod">
          <ac:chgData name="Sterling Baird" userId="1357d663-a106-4039-a40d-6f81e26aaf4b" providerId="ADAL" clId="{735F2C14-54F5-481E-BAD5-87514A27FEF5}" dt="2026-06-24T13:36:42.882" v="234" actId="1035"/>
          <ac:picMkLst>
            <pc:docMk/>
            <pc:sldMk cId="2805867118" sldId="7119"/>
            <ac:picMk id="59" creationId="{0FB0D4D4-24C6-DBEE-9185-C599298B644B}"/>
          </ac:picMkLst>
        </pc:picChg>
        <pc:picChg chg="mod">
          <ac:chgData name="Sterling Baird" userId="1357d663-a106-4039-a40d-6f81e26aaf4b" providerId="ADAL" clId="{735F2C14-54F5-481E-BAD5-87514A27FEF5}" dt="2026-06-24T13:37:51.310" v="352" actId="554"/>
          <ac:picMkLst>
            <pc:docMk/>
            <pc:sldMk cId="2805867118" sldId="7119"/>
            <ac:picMk id="75" creationId="{644D989D-EBAE-0A16-DAB2-34A4FC7917AD}"/>
          </ac:picMkLst>
        </pc:picChg>
        <pc:picChg chg="mod">
          <ac:chgData name="Sterling Baird" userId="1357d663-a106-4039-a40d-6f81e26aaf4b" providerId="ADAL" clId="{735F2C14-54F5-481E-BAD5-87514A27FEF5}" dt="2026-06-24T13:37:51.310" v="352" actId="554"/>
          <ac:picMkLst>
            <pc:docMk/>
            <pc:sldMk cId="2805867118" sldId="7119"/>
            <ac:picMk id="76" creationId="{0631F7FD-7FE1-56EA-C677-0227A58C8F65}"/>
          </ac:picMkLst>
        </pc:picChg>
        <pc:picChg chg="mod">
          <ac:chgData name="Sterling Baird" userId="1357d663-a106-4039-a40d-6f81e26aaf4b" providerId="ADAL" clId="{735F2C14-54F5-481E-BAD5-87514A27FEF5}" dt="2026-06-24T13:37:56.683" v="353" actId="14100"/>
          <ac:picMkLst>
            <pc:docMk/>
            <pc:sldMk cId="2805867118" sldId="7119"/>
            <ac:picMk id="78" creationId="{CD53F5FF-43B1-3D35-F5F9-675424081DCA}"/>
          </ac:picMkLst>
        </pc:pic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5" creationId="{79D49986-0EB4-2CEB-EA68-EF6119FDFBF1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6" creationId="{0A56C350-7E72-137F-5842-5FE2467FB6F6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8" creationId="{56D2975F-8D99-7D0F-6666-0DF3D0738357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71" creationId="{A7F1F866-2A52-CBCC-1BF9-405184288603}"/>
          </ac:cxnSpMkLst>
        </pc:cxn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818836639" sldId="7120"/>
        </pc:sldMkLst>
      </pc:sldChg>
      <pc:sldChg chg="new del">
        <pc:chgData name="Sterling Baird" userId="1357d663-a106-4039-a40d-6f81e26aaf4b" providerId="ADAL" clId="{735F2C14-54F5-481E-BAD5-87514A27FEF5}" dt="2026-06-24T13:44:01.515" v="419" actId="47"/>
        <pc:sldMkLst>
          <pc:docMk/>
          <pc:sldMk cId="554109061" sldId="7121"/>
        </pc:sldMkLst>
      </pc:sldChg>
      <pc:sldChg chg="new del">
        <pc:chgData name="Sterling Baird" userId="1357d663-a106-4039-a40d-6f81e26aaf4b" providerId="ADAL" clId="{735F2C14-54F5-481E-BAD5-87514A27FEF5}" dt="2026-06-24T13:43:52.761" v="417" actId="47"/>
        <pc:sldMkLst>
          <pc:docMk/>
          <pc:sldMk cId="2001325191" sldId="7122"/>
        </pc:sldMkLst>
      </pc:sldChg>
      <pc:sldChg chg="new del">
        <pc:chgData name="Sterling Baird" userId="1357d663-a106-4039-a40d-6f81e26aaf4b" providerId="ADAL" clId="{735F2C14-54F5-481E-BAD5-87514A27FEF5}" dt="2026-06-24T13:43:29.436" v="415" actId="47"/>
        <pc:sldMkLst>
          <pc:docMk/>
          <pc:sldMk cId="266792208" sldId="7123"/>
        </pc:sldMkLst>
      </pc:sldChg>
      <pc:sldChg chg="add mod modShow">
        <pc:chgData name="Sterling Baird" userId="1357d663-a106-4039-a40d-6f81e26aaf4b" providerId="ADAL" clId="{735F2C14-54F5-481E-BAD5-87514A27FEF5}" dt="2026-06-24T13:43:31.320" v="416" actId="34476"/>
        <pc:sldMkLst>
          <pc:docMk/>
          <pc:sldMk cId="1633956864" sldId="7124"/>
        </pc:sldMkLst>
      </pc:sldChg>
      <pc:sldChg chg="addSp modSp new mod">
        <pc:chgData name="Sterling Baird" userId="1357d663-a106-4039-a40d-6f81e26aaf4b" providerId="ADAL" clId="{735F2C14-54F5-481E-BAD5-87514A27FEF5}" dt="2026-06-24T14:21:24.670" v="931" actId="20577"/>
        <pc:sldMkLst>
          <pc:docMk/>
          <pc:sldMk cId="1450443868" sldId="7125"/>
        </pc:sldMkLst>
        <pc:spChg chg="mod">
          <ac:chgData name="Sterling Baird" userId="1357d663-a106-4039-a40d-6f81e26aaf4b" providerId="ADAL" clId="{735F2C14-54F5-481E-BAD5-87514A27FEF5}" dt="2026-06-24T14:21:24.670" v="931" actId="20577"/>
          <ac:spMkLst>
            <pc:docMk/>
            <pc:sldMk cId="1450443868" sldId="7125"/>
            <ac:spMk id="2" creationId="{4D099C33-DEF5-F746-8A54-2A03FCE86B09}"/>
          </ac:spMkLst>
        </pc:spChg>
        <pc:spChg chg="add">
          <ac:chgData name="Sterling Baird" userId="1357d663-a106-4039-a40d-6f81e26aaf4b" providerId="ADAL" clId="{735F2C14-54F5-481E-BAD5-87514A27FEF5}" dt="2026-06-24T13:46:11.928" v="546" actId="22"/>
          <ac:spMkLst>
            <pc:docMk/>
            <pc:sldMk cId="1450443868" sldId="7125"/>
            <ac:spMk id="6" creationId="{161A112B-7C51-1BA1-D618-8032E1403DF5}"/>
          </ac:spMkLst>
        </pc:spChg>
        <pc:picChg chg="add mod">
          <ac:chgData name="Sterling Baird" userId="1357d663-a106-4039-a40d-6f81e26aaf4b" providerId="ADAL" clId="{735F2C14-54F5-481E-BAD5-87514A27FEF5}" dt="2026-06-24T13:45:46.109" v="545" actId="1076"/>
          <ac:picMkLst>
            <pc:docMk/>
            <pc:sldMk cId="1450443868" sldId="7125"/>
            <ac:picMk id="4" creationId="{2F7D6011-3880-16BD-E3E3-C2C1ABDDA630}"/>
          </ac:picMkLst>
        </pc:picChg>
      </pc:sldChg>
      <pc:sldChg chg="delSp new mod chgLayout">
        <pc:chgData name="Sterling Baird" userId="1357d663-a106-4039-a40d-6f81e26aaf4b" providerId="ADAL" clId="{735F2C14-54F5-481E-BAD5-87514A27FEF5}" dt="2026-06-24T13:48:06.167" v="548" actId="700"/>
        <pc:sldMkLst>
          <pc:docMk/>
          <pc:sldMk cId="3308778072" sldId="7126"/>
        </pc:sldMkLst>
        <pc:spChg chg="del">
          <ac:chgData name="Sterling Baird" userId="1357d663-a106-4039-a40d-6f81e26aaf4b" providerId="ADAL" clId="{735F2C14-54F5-481E-BAD5-87514A27FEF5}" dt="2026-06-24T13:48:06.167" v="548" actId="700"/>
          <ac:spMkLst>
            <pc:docMk/>
            <pc:sldMk cId="3308778072" sldId="7126"/>
            <ac:spMk id="2" creationId="{62953007-2C9A-5657-C5FA-85FAA2CBDED6}"/>
          </ac:spMkLst>
        </pc:spChg>
      </pc:sldChg>
      <pc:sldChg chg="add">
        <pc:chgData name="Sterling Baird" userId="1357d663-a106-4039-a40d-6f81e26aaf4b" providerId="ADAL" clId="{735F2C14-54F5-481E-BAD5-87514A27FEF5}" dt="2026-06-24T14:08:00.330" v="747"/>
        <pc:sldMkLst>
          <pc:docMk/>
          <pc:sldMk cId="369737950" sldId="7127"/>
        </pc:sldMkLst>
      </pc:sldChg>
      <pc:sldChg chg="new del">
        <pc:chgData name="Sterling Baird" userId="1357d663-a106-4039-a40d-6f81e26aaf4b" providerId="ADAL" clId="{735F2C14-54F5-481E-BAD5-87514A27FEF5}" dt="2026-06-24T14:07:09.938" v="695" actId="47"/>
        <pc:sldMkLst>
          <pc:docMk/>
          <pc:sldMk cId="1926865916" sldId="7127"/>
        </pc:sldMkLst>
      </pc:sldChg>
      <pc:sldChg chg="new del">
        <pc:chgData name="Sterling Baird" userId="1357d663-a106-4039-a40d-6f81e26aaf4b" providerId="ADAL" clId="{735F2C14-54F5-481E-BAD5-87514A27FEF5}" dt="2026-06-24T13:51:54.729" v="692" actId="47"/>
        <pc:sldMkLst>
          <pc:docMk/>
          <pc:sldMk cId="2109340955" sldId="7127"/>
        </pc:sldMkLst>
      </pc:sldChg>
      <pc:sldChg chg="new del">
        <pc:chgData name="Sterling Baird" userId="1357d663-a106-4039-a40d-6f81e26aaf4b" providerId="ADAL" clId="{735F2C14-54F5-481E-BAD5-87514A27FEF5}" dt="2026-06-24T13:51:23.955" v="688" actId="47"/>
        <pc:sldMkLst>
          <pc:docMk/>
          <pc:sldMk cId="4023702566" sldId="7127"/>
        </pc:sldMkLst>
      </pc:sldChg>
      <pc:sldChg chg="addSp modSp new mod chgLayout">
        <pc:chgData name="Sterling Baird" userId="1357d663-a106-4039-a40d-6f81e26aaf4b" providerId="ADAL" clId="{735F2C14-54F5-481E-BAD5-87514A27FEF5}" dt="2026-06-24T14:10:05.657" v="905" actId="20577"/>
        <pc:sldMkLst>
          <pc:docMk/>
          <pc:sldMk cId="709885847" sldId="7128"/>
        </pc:sldMkLst>
        <pc:spChg chg="add mod">
          <ac:chgData name="Sterling Baird" userId="1357d663-a106-4039-a40d-6f81e26aaf4b" providerId="ADAL" clId="{735F2C14-54F5-481E-BAD5-87514A27FEF5}" dt="2026-06-24T14:10:05.657" v="905" actId="20577"/>
          <ac:spMkLst>
            <pc:docMk/>
            <pc:sldMk cId="709885847" sldId="7128"/>
            <ac:spMk id="2" creationId="{5C0CCAA4-52F0-6844-90D7-D55509730E7B}"/>
          </ac:spMkLst>
        </pc:spChg>
      </pc:sldChg>
      <pc:sldChg chg="add del">
        <pc:chgData name="Sterling Baird" userId="1357d663-a106-4039-a40d-6f81e26aaf4b" providerId="ADAL" clId="{735F2C14-54F5-481E-BAD5-87514A27FEF5}" dt="2026-06-24T14:07:57.747" v="746" actId="47"/>
        <pc:sldMkLst>
          <pc:docMk/>
          <pc:sldMk cId="1813081872" sldId="7128"/>
        </pc:sldMkLst>
      </pc:sldChg>
      <pc:sldMasterChg chg="modSp mod modSldLayout">
        <pc:chgData name="Sterling Baird" userId="1357d663-a106-4039-a40d-6f81e26aaf4b" providerId="ADAL" clId="{735F2C14-54F5-481E-BAD5-87514A27FEF5}" dt="2026-06-24T14:24:42.760" v="1059" actId="20577"/>
        <pc:sldMasterMkLst>
          <pc:docMk/>
          <pc:sldMasterMk cId="2291614398" sldId="2147483660"/>
        </pc:sldMasterMkLst>
        <pc:spChg chg="mod">
          <ac:chgData name="Sterling Baird" userId="1357d663-a106-4039-a40d-6f81e26aaf4b" providerId="ADAL" clId="{735F2C14-54F5-481E-BAD5-87514A27FEF5}" dt="2026-06-24T14:24:42.760" v="1059" actId="20577"/>
          <ac:spMkLst>
            <pc:docMk/>
            <pc:sldMasterMk cId="2291614398" sldId="2147483660"/>
            <ac:spMk id="7" creationId="{A4B39215-C2C8-07F3-B45C-B365654D7D41}"/>
          </ac:spMkLst>
        </pc:spChg>
        <pc:sldLayoutChg chg="modSp mod">
          <pc:chgData name="Sterling Baird" userId="1357d663-a106-4039-a40d-6f81e26aaf4b" providerId="ADAL" clId="{735F2C14-54F5-481E-BAD5-87514A27FEF5}" dt="2026-06-24T14:23:28.701" v="975" actId="1036"/>
          <pc:sldLayoutMkLst>
            <pc:docMk/>
            <pc:sldMasterMk cId="2291614398" sldId="2147483660"/>
            <pc:sldLayoutMk cId="3175942155" sldId="2147483661"/>
          </pc:sldLayoutMkLst>
          <pc:spChg chg="mod">
            <ac:chgData name="Sterling Baird" userId="1357d663-a106-4039-a40d-6f81e26aaf4b" providerId="ADAL" clId="{735F2C14-54F5-481E-BAD5-87514A27FEF5}" dt="2026-06-24T14:23:28.701" v="975" actId="1036"/>
            <ac:spMkLst>
              <pc:docMk/>
              <pc:sldMasterMk cId="2291614398" sldId="2147483660"/>
              <pc:sldLayoutMk cId="3175942155" sldId="2147483661"/>
              <ac:spMk id="21" creationId="{BD9820D7-ABD3-C4B8-4D0B-3E0482A1D432}"/>
            </ac:spMkLst>
          </pc:spChg>
          <pc:grpChg chg="mod">
            <ac:chgData name="Sterling Baird" userId="1357d663-a106-4039-a40d-6f81e26aaf4b" providerId="ADAL" clId="{735F2C14-54F5-481E-BAD5-87514A27FEF5}" dt="2026-06-24T14:23:28.701" v="975" actId="1036"/>
            <ac:grpSpMkLst>
              <pc:docMk/>
              <pc:sldMasterMk cId="2291614398" sldId="2147483660"/>
              <pc:sldLayoutMk cId="3175942155" sldId="2147483661"/>
              <ac:grpSpMk id="8" creationId="{375EF57F-E591-90D4-2C14-1C5E9AE6B18A}"/>
            </ac:grpSpMkLst>
          </pc:grpChg>
          <pc:grpChg chg="mod">
            <ac:chgData name="Sterling Baird" userId="1357d663-a106-4039-a40d-6f81e26aaf4b" providerId="ADAL" clId="{735F2C14-54F5-481E-BAD5-87514A27FEF5}" dt="2026-06-24T14:23:28.701" v="975" actId="1036"/>
            <ac:grpSpMkLst>
              <pc:docMk/>
              <pc:sldMasterMk cId="2291614398" sldId="2147483660"/>
              <pc:sldLayoutMk cId="3175942155" sldId="2147483661"/>
              <ac:grpSpMk id="25" creationId="{83C36B8C-129E-58C6-AB18-54AB7894F04A}"/>
            </ac:grpSpMkLst>
          </pc:gr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7F5DD-9CB2-4DA2-8D45-A2059407286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55997-7884-4691-9FFB-5350EC600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BD9820D7-ABD3-C4B8-4D0B-3E0482A1D432}"/>
              </a:ext>
            </a:extLst>
          </p:cNvPr>
          <p:cNvSpPr txBox="1">
            <a:spLocks/>
          </p:cNvSpPr>
          <p:nvPr userDrawn="1"/>
        </p:nvSpPr>
        <p:spPr>
          <a:xfrm>
            <a:off x="7333335" y="1411980"/>
            <a:ext cx="4338572" cy="4585726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000" dirty="0"/>
              <a:t>[Presenter Name]</a:t>
            </a:r>
            <a:br>
              <a:rPr lang="en-CA" sz="2000" dirty="0"/>
            </a:br>
            <a:r>
              <a:rPr lang="en-CA" sz="2000" dirty="0"/>
              <a:t>Brigham Young University</a:t>
            </a:r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r>
              <a:rPr lang="en-CA" sz="2000" dirty="0"/>
              <a:t>ASME IDETC-CIE 2026 · DAC-10</a:t>
            </a:r>
            <a:br>
              <a:rPr lang="en-CA" sz="2000" dirty="0"/>
            </a:br>
            <a:r>
              <a:rPr lang="en-CA" sz="2000" dirty="0">
                <a:solidFill>
                  <a:schemeClr val="bg1">
                    <a:lumMod val="50000"/>
                  </a:schemeClr>
                </a:solidFill>
              </a:rPr>
              <a:t>August 2026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C36B8C-129E-58C6-AB18-54AB7894F04A}"/>
              </a:ext>
            </a:extLst>
          </p:cNvPr>
          <p:cNvGrpSpPr/>
          <p:nvPr userDrawn="1"/>
        </p:nvGrpSpPr>
        <p:grpSpPr>
          <a:xfrm>
            <a:off x="7621463" y="3064776"/>
            <a:ext cx="4259581" cy="1208472"/>
            <a:chOff x="7170419" y="3169919"/>
            <a:chExt cx="4931343" cy="13990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BD49A-BA37-5F68-37E2-1717E524D9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21567" y="3338231"/>
              <a:ext cx="2280195" cy="114994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4242CC-2F35-E017-22C2-0D1ABD944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0419" y="3572466"/>
              <a:ext cx="2355207" cy="63879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7D435FB-1D25-9F38-6120-2DDEA4A566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07212" y="3169919"/>
              <a:ext cx="0" cy="13990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EF57F-E591-90D4-2C14-1C5E9AE6B18A}"/>
              </a:ext>
            </a:extLst>
          </p:cNvPr>
          <p:cNvGrpSpPr/>
          <p:nvPr userDrawn="1"/>
        </p:nvGrpSpPr>
        <p:grpSpPr>
          <a:xfrm>
            <a:off x="758204" y="2405177"/>
            <a:ext cx="6145276" cy="2627848"/>
            <a:chOff x="2123004" y="1745825"/>
            <a:chExt cx="9495180" cy="40603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20C69B-F542-5D05-E37E-53DFE489BC4B}"/>
                </a:ext>
              </a:extLst>
            </p:cNvPr>
            <p:cNvSpPr/>
            <p:nvPr/>
          </p:nvSpPr>
          <p:spPr>
            <a:xfrm>
              <a:off x="5843661" y="5158345"/>
              <a:ext cx="332415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Test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performance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8CF8C6-F02E-FC14-E362-1565B2020D5C}"/>
                </a:ext>
              </a:extLst>
            </p:cNvPr>
            <p:cNvSpPr/>
            <p:nvPr/>
          </p:nvSpPr>
          <p:spPr>
            <a:xfrm>
              <a:off x="5882599" y="1745825"/>
              <a:ext cx="395961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Design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experiment(s)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E99B28-1C5A-8CA8-BD8B-D04340053508}"/>
                </a:ext>
              </a:extLst>
            </p:cNvPr>
            <p:cNvSpPr/>
            <p:nvPr/>
          </p:nvSpPr>
          <p:spPr>
            <a:xfrm>
              <a:off x="8430354" y="3374693"/>
              <a:ext cx="318783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Make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material(s)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F36263-DBEE-19BD-03FF-27B813DB8CE3}"/>
                </a:ext>
              </a:extLst>
            </p:cNvPr>
            <p:cNvSpPr/>
            <p:nvPr/>
          </p:nvSpPr>
          <p:spPr>
            <a:xfrm>
              <a:off x="2945167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667D82-2248-3632-4693-3912B5F585C0}"/>
                </a:ext>
              </a:extLst>
            </p:cNvPr>
            <p:cNvSpPr/>
            <p:nvPr/>
          </p:nvSpPr>
          <p:spPr>
            <a:xfrm>
              <a:off x="2947072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51676C-1DBE-0185-CE95-C00339B17689}"/>
                </a:ext>
              </a:extLst>
            </p:cNvPr>
            <p:cNvSpPr/>
            <p:nvPr/>
          </p:nvSpPr>
          <p:spPr>
            <a:xfrm>
              <a:off x="2166501" y="1745825"/>
              <a:ext cx="3537161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Initialize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8C391-5EC0-7A27-4B9E-0A0F88CC7994}"/>
                </a:ext>
              </a:extLst>
            </p:cNvPr>
            <p:cNvSpPr/>
            <p:nvPr/>
          </p:nvSpPr>
          <p:spPr>
            <a:xfrm>
              <a:off x="2123004" y="5153498"/>
              <a:ext cx="379247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Conclude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E78BFF-C47A-3683-0FD2-0BC193D167B2}"/>
                </a:ext>
              </a:extLst>
            </p:cNvPr>
            <p:cNvCxnSpPr>
              <a:cxnSpLocks/>
            </p:cNvCxnSpPr>
            <p:nvPr/>
          </p:nvCxnSpPr>
          <p:spPr>
            <a:xfrm>
              <a:off x="3782871" y="275944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D525D69-11A4-8542-1F63-60A851B04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439" y="469880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930567-2459-8F2A-C4EC-BECF997C8234}"/>
                </a:ext>
              </a:extLst>
            </p:cNvPr>
            <p:cNvSpPr/>
            <p:nvPr userDrawn="1"/>
          </p:nvSpPr>
          <p:spPr>
            <a:xfrm>
              <a:off x="6798709" y="2591444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28446F-9A05-2F6C-C046-176771E4C48E}"/>
                </a:ext>
              </a:extLst>
            </p:cNvPr>
            <p:cNvSpPr/>
            <p:nvPr userDrawn="1"/>
          </p:nvSpPr>
          <p:spPr>
            <a:xfrm rot="7200000">
              <a:off x="6921323" y="4192289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6E7611-A351-CC74-F3E7-1632DC45AD20}"/>
                </a:ext>
              </a:extLst>
            </p:cNvPr>
            <p:cNvSpPr/>
            <p:nvPr userDrawn="1"/>
          </p:nvSpPr>
          <p:spPr>
            <a:xfrm rot="14400000">
              <a:off x="5455840" y="3506052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96C49C-52A7-3023-9B34-645ACC8DE764}"/>
                </a:ext>
              </a:extLst>
            </p:cNvPr>
            <p:cNvSpPr/>
            <p:nvPr userDrawn="1"/>
          </p:nvSpPr>
          <p:spPr>
            <a:xfrm>
              <a:off x="6087250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9DF80F-2CE2-60F9-E158-4340D2A2BDCA}"/>
                </a:ext>
              </a:extLst>
            </p:cNvPr>
            <p:cNvSpPr/>
            <p:nvPr userDrawn="1"/>
          </p:nvSpPr>
          <p:spPr>
            <a:xfrm>
              <a:off x="7778396" y="3383191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866248-08B8-C847-0F11-3C9E098245EB}"/>
                </a:ext>
              </a:extLst>
            </p:cNvPr>
            <p:cNvSpPr/>
            <p:nvPr userDrawn="1"/>
          </p:nvSpPr>
          <p:spPr>
            <a:xfrm>
              <a:off x="6121605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9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52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585C5-64C4-3387-1FCE-0D216BE58D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97" y="3987879"/>
            <a:ext cx="2147564" cy="2632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41BB8-E9FD-55FD-21EB-C261B41A4A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44" y="1684869"/>
            <a:ext cx="2402959" cy="2255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370A1-9227-B962-286B-46EC5C58CE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1" y="1739459"/>
            <a:ext cx="1905011" cy="2248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0169E-9D75-29A3-A5E1-5F36F45215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57" y="4136098"/>
            <a:ext cx="2229920" cy="23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7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B93A15F-2433-C3A1-8D94-80BB6E04BB78}"/>
              </a:ext>
            </a:extLst>
          </p:cNvPr>
          <p:cNvSpPr txBox="1">
            <a:spLocks/>
          </p:cNvSpPr>
          <p:nvPr userDrawn="1"/>
        </p:nvSpPr>
        <p:spPr>
          <a:xfrm>
            <a:off x="5414838" y="1527859"/>
            <a:ext cx="6548563" cy="4694348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Vertical automation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>
                <a:solidFill>
                  <a:schemeClr val="tx1"/>
                </a:solidFill>
              </a:rPr>
              <a:t> Additively manufactured alloys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Advanced optimization</a:t>
            </a:r>
            <a:endParaRPr lang="en-CA" sz="3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62DC2-770A-C1F9-8BFE-6107B3363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9759" y="2118124"/>
            <a:ext cx="3026095" cy="351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9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EE577-F868-D5D1-AD97-AC04612A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5" y="1272989"/>
            <a:ext cx="11421027" cy="4868115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23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87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18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4CE54C-EDC5-7697-9750-79172C72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E0F55C-DBBC-DB34-DC7D-17C621C5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18" y="3429000"/>
            <a:ext cx="9971364" cy="64340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800" b="0" i="0">
                <a:solidFill>
                  <a:schemeClr val="bg1"/>
                </a:solidFill>
                <a:latin typeface="Rubik" panose="02000604000000020004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B1CF9-666E-5B46-654F-496C416F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432" y="6333245"/>
            <a:ext cx="11173375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61AB8-062E-E481-F841-9C0B78F1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6512" y="6340402"/>
            <a:ext cx="385488" cy="365124"/>
          </a:xfrm>
          <a:prstGeom prst="rect">
            <a:avLst/>
          </a:prstGeom>
        </p:spPr>
        <p:txBody>
          <a:bodyPr/>
          <a:lstStyle/>
          <a:p>
            <a:fld id="{0645393A-235C-445C-AD8B-799520A9F52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903BC1-3773-2C1B-ADDD-290B0120C472}"/>
              </a:ext>
            </a:extLst>
          </p:cNvPr>
          <p:cNvCxnSpPr>
            <a:cxnSpLocks/>
          </p:cNvCxnSpPr>
          <p:nvPr/>
        </p:nvCxnSpPr>
        <p:spPr>
          <a:xfrm>
            <a:off x="7156450" y="4438650"/>
            <a:ext cx="323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52C156A-626B-4A31-4C19-C4D7706B81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2767" y="4230245"/>
            <a:ext cx="3468916" cy="416809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4307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8184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B39215-C2C8-07F3-B45C-B365654D7D41}"/>
              </a:ext>
            </a:extLst>
          </p:cNvPr>
          <p:cNvSpPr txBox="1">
            <a:spLocks/>
          </p:cNvSpPr>
          <p:nvPr userDrawn="1"/>
        </p:nvSpPr>
        <p:spPr>
          <a:xfrm>
            <a:off x="0" y="479612"/>
            <a:ext cx="12192000" cy="126790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b="0" dirty="0"/>
              <a:t>	Let’s optimize tensegrity impact absorbers</a:t>
            </a:r>
            <a:br>
              <a:rPr lang="en-CA" b="0" dirty="0"/>
            </a:br>
            <a:r>
              <a:rPr lang="en-CA" b="0" dirty="0"/>
              <a:t>	in dozens of drop tests, not hundreds</a:t>
            </a:r>
            <a:br>
              <a:rPr lang="en-CA" b="0" dirty="0"/>
            </a:br>
            <a:r>
              <a:rPr lang="en-CA" b="0" dirty="0"/>
              <a:t>	</a:t>
            </a:r>
            <a:r>
              <a:rPr lang="en-CA" b="0" dirty="0">
                <a:solidFill>
                  <a:schemeClr val="bg1">
                    <a:lumMod val="50000"/>
                  </a:schemeClr>
                </a:solidFill>
              </a:rPr>
              <a:t>+ closed-loop BO and multi-material FDM</a:t>
            </a:r>
          </a:p>
        </p:txBody>
      </p:sp>
    </p:spTree>
    <p:extLst>
      <p:ext uri="{BB962C8B-B14F-4D97-AF65-F5344CB8AC3E}">
        <p14:creationId xmlns:p14="http://schemas.microsoft.com/office/powerpoint/2010/main" val="22916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Bayesian optimization makes noisy, small-batch physical experimentation affordable</a:t>
            </a:r>
          </a:p>
        </p:txBody>
      </p:sp>
      <p:pic>
        <p:nvPicPr>
          <p:cNvPr id="3" name="Picture 2" descr="placeholder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103120"/>
            <a:ext cx="6400800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Multi-material printing turns each design into drop-test data in hours — no assembly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583A4490-4107-4867-98B6-E209B4695BA6}" vid="{EEDB0EC2-2D00-4AAF-BCF4-B17A9EE8DB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374ecd-bf80-4cf8-b454-4082db99efc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002C6D2083C14D880425A2D512A95A" ma:contentTypeVersion="11" ma:contentTypeDescription="Create a new document." ma:contentTypeScope="" ma:versionID="2e327afab502282238ba3f59b97ea26c">
  <xsd:schema xmlns:xsd="http://www.w3.org/2001/XMLSchema" xmlns:xs="http://www.w3.org/2001/XMLSchema" xmlns:p="http://schemas.microsoft.com/office/2006/metadata/properties" xmlns:ns3="2b374ecd-bf80-4cf8-b454-4082db99efce" targetNamespace="http://schemas.microsoft.com/office/2006/metadata/properties" ma:root="true" ma:fieldsID="1dc70f757040af9f8f2d79e49b073c0f" ns3:_="">
    <xsd:import namespace="2b374ecd-bf80-4cf8-b454-4082db99ef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74ecd-bf80-4cf8-b454-4082db99ef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8F5A07-DD19-4724-95E6-12EFE2F5C777}">
  <ds:schemaRefs>
    <ds:schemaRef ds:uri="2b374ecd-bf80-4cf8-b454-4082db99efce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6FB9829-5056-466B-B692-7122D2296D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2F0077-FF83-4755-8F87-4234A4EB8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74ecd-bf80-4cf8-b454-4082db99ef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1436</TotalTime>
  <Words>1872</Words>
  <Application>Microsoft Office PowerPoint</Application>
  <PresentationFormat>Widescreen</PresentationFormat>
  <Paragraphs>282</Paragraphs>
  <Slides>60</Slides>
  <Notes>28</Notes>
  <HiddenSlides>0</HiddenSlides>
  <MMClips>13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Aptos</vt:lpstr>
      <vt:lpstr>Aptos Display</vt:lpstr>
      <vt:lpstr>Arial</vt:lpstr>
      <vt:lpstr>Cambria Math</vt:lpstr>
      <vt:lpstr>Google Sans</vt:lpstr>
      <vt:lpstr>Rubik</vt:lpstr>
      <vt:lpstr>Custom Design</vt:lpstr>
      <vt:lpstr>PowerPoint Presentation</vt:lpstr>
      <vt:lpstr>Metal 3D printing enabled NASA to have rapid feedback cycles and reduce processing complexity from 127 welds to 4 welds</vt:lpstr>
      <vt:lpstr>PowerPoint Presentation</vt:lpstr>
      <vt:lpstr>Metal 3D print illustrative example  This geometry would be difficult with traditional techniques</vt:lpstr>
      <vt:lpstr>Since 2022, 3D printed metal alloys have continued to see usage in commercial aerospace applications</vt:lpstr>
      <vt:lpstr>but many of these use highly import-reliant critical materials such as rare-earth elements (e.g., scandium)</vt:lpstr>
      <vt:lpstr>We print tensile bars to measure mechanical properties</vt:lpstr>
      <vt:lpstr>By pulling these “tensile” bars in tension until failure, we can measure important mechanical properties</vt:lpstr>
      <vt:lpstr>PowerPoint Presentation</vt:lpstr>
      <vt:lpstr>Historically, ~30 unique periodic elements have been used across all aluminum alloys</vt:lpstr>
      <vt:lpstr>In traditional gas atomization processes, testing each new composition requires at least 50 kg of material + $25k operator costs</vt:lpstr>
      <vt:lpstr>Our narrowed 16-element search space is still vast, and includes 20+ printing process parameters</vt:lpstr>
      <vt:lpstr>Ultrasonic atomization enables “chemical whitespace” AM alloy discovery</vt:lpstr>
      <vt:lpstr>PowerPoint Presentation</vt:lpstr>
      <vt:lpstr>The atomized powders are then used downstream for 3D printing</vt:lpstr>
      <vt:lpstr>Ultrasonic atomization enables “chemical whitespace” AM alloy discovery</vt:lpstr>
      <vt:lpstr>Thermodynamic simulations can help provide contextual information that can help reduce the number of physical experiments to run</vt:lpstr>
      <vt:lpstr>PowerPoint Presentation</vt:lpstr>
      <vt:lpstr>Bayesian optimization is a machine learning technique that works well in the limit of low data and many variables</vt:lpstr>
      <vt:lpstr>A surrogate model predicts properties and quantifies uncertainty</vt:lpstr>
      <vt:lpstr>The acquisition function guides how to select the next experiment (in this case, neither the max predicted nor the max uncertainty)</vt:lpstr>
      <vt:lpstr>This Bayesian optimization loop continues iteratively (1) add data, (2) fit surrogate model (3) optimize acquisition function</vt:lpstr>
      <vt:lpstr>Real-world materials discovery tasks such as alloy design require more than “vanilla” optimization</vt:lpstr>
      <vt:lpstr>Real-world materials discovery tasks such as alloy design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Honegumi lets you quickly create advanced BO examples</vt:lpstr>
      <vt:lpstr>PowerPoint Presentation</vt:lpstr>
      <vt:lpstr>PowerPoint Presentation</vt:lpstr>
      <vt:lpstr>Maximize the strength of a 3D printed part as a function of internal geometry and printer settings </vt:lpstr>
      <vt:lpstr>Maximize polymer strength and biodegradability as a function of monomer composition and temperature </vt:lpstr>
      <vt:lpstr>Maximize corrosion resistance of a coating as function of composition using batches of six trials </vt:lpstr>
      <vt:lpstr>Maximize stiffness of MAX phases (e.g., Ti3AlC2) as a function of composition using “contextual” features </vt:lpstr>
      <vt:lpstr>Maximize strength of ceramic membrane, varying composition, for two related materials systems </vt:lpstr>
      <vt:lpstr>Use an analytic benchmark to compare the performance of several different algorithms </vt:lpstr>
      <vt:lpstr>PowerPoint Presentation</vt:lpstr>
      <vt:lpstr>We model the manufacturing process as a cost-aware network of functions</vt:lpstr>
      <vt:lpstr>Use of a cost-aware Bayesian optimization network function can significantly increase optimization performance</vt:lpstr>
      <vt:lpstr>PowerPoint Presentation</vt:lpstr>
      <vt:lpstr>“Kitchen Sink”  - Generative CAD - Cloud experimentation &amp; human-in-the-loop - Equipment monitoring - Frugal twins - Vertical lab</vt:lpstr>
      <vt:lpstr>Our students used agentic AI to design an automated powder doser</vt:lpstr>
      <vt:lpstr>PowerPoint Presentation</vt:lpstr>
      <vt:lpstr>PowerPoint Presentation</vt:lpstr>
      <vt:lpstr>Excuse me human, the wellplate slots are all used. Please replace the wellplate with a fresh one.</vt:lpstr>
      <vt:lpstr>PowerPoint Presentation</vt:lpstr>
      <vt:lpstr>There are three primary types of human intervention</vt:lpstr>
      <vt:lpstr>At the Acceleration Consortium, we set up dozens of equipment monitoring streams across seven labs</vt:lpstr>
      <vt:lpstr>PowerPoint Presentation</vt:lpstr>
      <vt:lpstr>PowerPoint Presentation</vt:lpstr>
      <vt:lpstr>PowerPoint Presentation</vt:lpstr>
      <vt:lpstr>PowerPoint Presentation</vt:lpstr>
      <vt:lpstr>A frugal twin SDL is a low-cost counterpart to a high-cost SDL for education, prototyping, and multi-fidelity research</vt:lpstr>
      <vt:lpstr>PowerPoint Presentation</vt:lpstr>
      <vt:lpstr>PowerPoint Presentation</vt:lpstr>
      <vt:lpstr>A vertical lift module (VLM) can store and retrieve powered equipment</vt:lpstr>
      <vt:lpstr>PowerPoint Presentation</vt:lpstr>
      <vt:lpstr>PowerPoint Presentation</vt:lpstr>
      <vt:lpstr>PowerPoint Presentation</vt:lpstr>
      <vt:lpstr>PowerPoint Presentation</vt:lpstr>
    </vt:vector>
  </TitlesOfParts>
  <Company>University of Toronto Faculty of Arts and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Sterling Baird</dc:creator>
  <cp:lastModifiedBy>Sterling Baird</cp:lastModifiedBy>
  <cp:revision>8</cp:revision>
  <dcterms:created xsi:type="dcterms:W3CDTF">2025-12-02T18:46:14Z</dcterms:created>
  <dcterms:modified xsi:type="dcterms:W3CDTF">2026-06-24T14:24:51Z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0x0101004F002C6D2083C14D880425A2D512A95A</vt:lpwstr>
  </property>
  <property fmtid="{D5CDD505-2E9C-101B-9397-08002B2CF9AE}" pid="3" name="MediaServiceImageTags">
    <vt:lpwstr/>
  </property>
</Properties>
</file>